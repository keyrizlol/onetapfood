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69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0DB76-4894-478D-BA1B-73997905E99C}" v="18" dt="2026-02-26T10:18:23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53" autoAdjust="0"/>
    <p:restoredTop sz="86405" autoAdjust="0"/>
  </p:normalViewPr>
  <p:slideViewPr>
    <p:cSldViewPr snapToGrid="0">
      <p:cViewPr varScale="1">
        <p:scale>
          <a:sx n="95" d="100"/>
          <a:sy n="95" d="100"/>
        </p:scale>
        <p:origin x="39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Bayer" userId="51e7ea5b-f670-41d2-9bd4-788e43d365dd" providerId="ADAL" clId="{DA007005-2709-4DA7-B1B4-3C2C2F32B7C4}"/>
    <pc:docChg chg="undo redo custSel addSld delSld modSld sldOrd">
      <pc:chgData name="Eric Bayer" userId="51e7ea5b-f670-41d2-9bd4-788e43d365dd" providerId="ADAL" clId="{DA007005-2709-4DA7-B1B4-3C2C2F32B7C4}" dt="2026-02-26T15:09:38.779" v="3132" actId="5793"/>
      <pc:docMkLst>
        <pc:docMk/>
      </pc:docMkLst>
      <pc:sldChg chg="addSp delSp modSp add del mod ord setBg delDesignElem">
        <pc:chgData name="Eric Bayer" userId="51e7ea5b-f670-41d2-9bd4-788e43d365dd" providerId="ADAL" clId="{DA007005-2709-4DA7-B1B4-3C2C2F32B7C4}" dt="2026-02-26T10:12:52.133" v="2139"/>
        <pc:sldMkLst>
          <pc:docMk/>
          <pc:sldMk cId="3005261091" sldId="258"/>
        </pc:sldMkLst>
        <pc:spChg chg="mod">
          <ac:chgData name="Eric Bayer" userId="51e7ea5b-f670-41d2-9bd4-788e43d365dd" providerId="ADAL" clId="{DA007005-2709-4DA7-B1B4-3C2C2F32B7C4}" dt="2026-02-26T10:12:24.502" v="2132" actId="207"/>
          <ac:spMkLst>
            <pc:docMk/>
            <pc:sldMk cId="3005261091" sldId="258"/>
            <ac:spMk id="3" creationId="{425EEFFF-8095-BD9B-7F56-CC56A9AF7342}"/>
          </ac:spMkLst>
        </pc:spChg>
        <pc:spChg chg="add del">
          <ac:chgData name="Eric Bayer" userId="51e7ea5b-f670-41d2-9bd4-788e43d365dd" providerId="ADAL" clId="{DA007005-2709-4DA7-B1B4-3C2C2F32B7C4}" dt="2026-02-26T10:12:37.975" v="2136"/>
          <ac:spMkLst>
            <pc:docMk/>
            <pc:sldMk cId="3005261091" sldId="258"/>
            <ac:spMk id="26" creationId="{9AA72BD9-2C5A-4EDC-931F-5AA08EACA0F3}"/>
          </ac:spMkLst>
        </pc:spChg>
        <pc:spChg chg="add del">
          <ac:chgData name="Eric Bayer" userId="51e7ea5b-f670-41d2-9bd4-788e43d365dd" providerId="ADAL" clId="{DA007005-2709-4DA7-B1B4-3C2C2F32B7C4}" dt="2026-02-26T10:12:37.975" v="2136"/>
          <ac:spMkLst>
            <pc:docMk/>
            <pc:sldMk cId="3005261091" sldId="258"/>
            <ac:spMk id="28" creationId="{DD3981AC-7B61-4947-BCF3-F7AA7FA385B9}"/>
          </ac:spMkLst>
        </pc:spChg>
        <pc:spChg chg="add del">
          <ac:chgData name="Eric Bayer" userId="51e7ea5b-f670-41d2-9bd4-788e43d365dd" providerId="ADAL" clId="{DA007005-2709-4DA7-B1B4-3C2C2F32B7C4}" dt="2026-02-26T10:12:37.975" v="2136"/>
          <ac:spMkLst>
            <pc:docMk/>
            <pc:sldMk cId="3005261091" sldId="258"/>
            <ac:spMk id="30" creationId="{55D4142C-5077-457F-A6AD-3FECFDB39685}"/>
          </ac:spMkLst>
        </pc:spChg>
        <pc:spChg chg="add del">
          <ac:chgData name="Eric Bayer" userId="51e7ea5b-f670-41d2-9bd4-788e43d365dd" providerId="ADAL" clId="{DA007005-2709-4DA7-B1B4-3C2C2F32B7C4}" dt="2026-02-26T10:12:37.975" v="2136"/>
          <ac:spMkLst>
            <pc:docMk/>
            <pc:sldMk cId="3005261091" sldId="258"/>
            <ac:spMk id="32" creationId="{7A5F0580-5EE9-419F-96EE-B6529EF6E7D0}"/>
          </ac:spMkLst>
        </pc:spChg>
      </pc:sldChg>
      <pc:sldChg chg="modSp mod">
        <pc:chgData name="Eric Bayer" userId="51e7ea5b-f670-41d2-9bd4-788e43d365dd" providerId="ADAL" clId="{DA007005-2709-4DA7-B1B4-3C2C2F32B7C4}" dt="2026-02-26T10:01:38.522" v="1940" actId="1076"/>
        <pc:sldMkLst>
          <pc:docMk/>
          <pc:sldMk cId="3695041564" sldId="259"/>
        </pc:sldMkLst>
        <pc:spChg chg="mod">
          <ac:chgData name="Eric Bayer" userId="51e7ea5b-f670-41d2-9bd4-788e43d365dd" providerId="ADAL" clId="{DA007005-2709-4DA7-B1B4-3C2C2F32B7C4}" dt="2026-02-26T10:01:33.103" v="1939" actId="1076"/>
          <ac:spMkLst>
            <pc:docMk/>
            <pc:sldMk cId="3695041564" sldId="259"/>
            <ac:spMk id="2" creationId="{FE3E0004-7947-5B4F-44C4-D345C2646462}"/>
          </ac:spMkLst>
        </pc:spChg>
        <pc:spChg chg="mod">
          <ac:chgData name="Eric Bayer" userId="51e7ea5b-f670-41d2-9bd4-788e43d365dd" providerId="ADAL" clId="{DA007005-2709-4DA7-B1B4-3C2C2F32B7C4}" dt="2026-02-26T10:01:38.522" v="1940" actId="1076"/>
          <ac:spMkLst>
            <pc:docMk/>
            <pc:sldMk cId="3695041564" sldId="259"/>
            <ac:spMk id="3" creationId="{818EE66D-18DE-FF37-541B-9489F68CCAFC}"/>
          </ac:spMkLst>
        </pc:spChg>
        <pc:picChg chg="mod">
          <ac:chgData name="Eric Bayer" userId="51e7ea5b-f670-41d2-9bd4-788e43d365dd" providerId="ADAL" clId="{DA007005-2709-4DA7-B1B4-3C2C2F32B7C4}" dt="2026-02-26T09:59:40.392" v="1927" actId="1076"/>
          <ac:picMkLst>
            <pc:docMk/>
            <pc:sldMk cId="3695041564" sldId="259"/>
            <ac:picMk id="6" creationId="{634AB40D-150A-625A-FF5D-C7FECF3E0D0E}"/>
          </ac:picMkLst>
        </pc:picChg>
      </pc:sldChg>
      <pc:sldChg chg="del">
        <pc:chgData name="Eric Bayer" userId="51e7ea5b-f670-41d2-9bd4-788e43d365dd" providerId="ADAL" clId="{DA007005-2709-4DA7-B1B4-3C2C2F32B7C4}" dt="2026-02-26T10:09:00.825" v="2120" actId="47"/>
        <pc:sldMkLst>
          <pc:docMk/>
          <pc:sldMk cId="881593997" sldId="260"/>
        </pc:sldMkLst>
      </pc:sldChg>
      <pc:sldChg chg="modSp del mod">
        <pc:chgData name="Eric Bayer" userId="51e7ea5b-f670-41d2-9bd4-788e43d365dd" providerId="ADAL" clId="{DA007005-2709-4DA7-B1B4-3C2C2F32B7C4}" dt="2026-02-26T10:19:55.425" v="2507" actId="47"/>
        <pc:sldMkLst>
          <pc:docMk/>
          <pc:sldMk cId="778603226" sldId="261"/>
        </pc:sldMkLst>
        <pc:spChg chg="mod">
          <ac:chgData name="Eric Bayer" userId="51e7ea5b-f670-41d2-9bd4-788e43d365dd" providerId="ADAL" clId="{DA007005-2709-4DA7-B1B4-3C2C2F32B7C4}" dt="2026-02-26T10:04:36.093" v="1994" actId="20577"/>
          <ac:spMkLst>
            <pc:docMk/>
            <pc:sldMk cId="778603226" sldId="261"/>
            <ac:spMk id="2" creationId="{4E968599-B311-7E70-B343-D5948F345228}"/>
          </ac:spMkLst>
        </pc:spChg>
        <pc:spChg chg="mod">
          <ac:chgData name="Eric Bayer" userId="51e7ea5b-f670-41d2-9bd4-788e43d365dd" providerId="ADAL" clId="{DA007005-2709-4DA7-B1B4-3C2C2F32B7C4}" dt="2026-02-26T10:05:39.514" v="2005"/>
          <ac:spMkLst>
            <pc:docMk/>
            <pc:sldMk cId="778603226" sldId="261"/>
            <ac:spMk id="3" creationId="{1134737D-E5BB-C198-61D5-8078D5F8B890}"/>
          </ac:spMkLst>
        </pc:spChg>
      </pc:sldChg>
      <pc:sldChg chg="modSp add del mod">
        <pc:chgData name="Eric Bayer" userId="51e7ea5b-f670-41d2-9bd4-788e43d365dd" providerId="ADAL" clId="{DA007005-2709-4DA7-B1B4-3C2C2F32B7C4}" dt="2026-02-26T15:09:38.779" v="3132" actId="5793"/>
        <pc:sldMkLst>
          <pc:docMk/>
          <pc:sldMk cId="3390077657" sldId="262"/>
        </pc:sldMkLst>
        <pc:spChg chg="mod">
          <ac:chgData name="Eric Bayer" userId="51e7ea5b-f670-41d2-9bd4-788e43d365dd" providerId="ADAL" clId="{DA007005-2709-4DA7-B1B4-3C2C2F32B7C4}" dt="2026-02-26T15:04:45.774" v="2625" actId="20577"/>
          <ac:spMkLst>
            <pc:docMk/>
            <pc:sldMk cId="3390077657" sldId="262"/>
            <ac:spMk id="2" creationId="{5B3BDBB0-9AD4-E673-370C-D5F1062E89EC}"/>
          </ac:spMkLst>
        </pc:spChg>
        <pc:spChg chg="mod">
          <ac:chgData name="Eric Bayer" userId="51e7ea5b-f670-41d2-9bd4-788e43d365dd" providerId="ADAL" clId="{DA007005-2709-4DA7-B1B4-3C2C2F32B7C4}" dt="2026-02-26T15:09:38.779" v="3132" actId="5793"/>
          <ac:spMkLst>
            <pc:docMk/>
            <pc:sldMk cId="3390077657" sldId="262"/>
            <ac:spMk id="3" creationId="{996E2E42-EF07-DC44-57C8-F9099D2BC56B}"/>
          </ac:spMkLst>
        </pc:spChg>
      </pc:sldChg>
      <pc:sldChg chg="del">
        <pc:chgData name="Eric Bayer" userId="51e7ea5b-f670-41d2-9bd4-788e43d365dd" providerId="ADAL" clId="{DA007005-2709-4DA7-B1B4-3C2C2F32B7C4}" dt="2026-02-26T10:08:36.203" v="2118" actId="47"/>
        <pc:sldMkLst>
          <pc:docMk/>
          <pc:sldMk cId="2376100366" sldId="263"/>
        </pc:sldMkLst>
      </pc:sldChg>
      <pc:sldChg chg="del">
        <pc:chgData name="Eric Bayer" userId="51e7ea5b-f670-41d2-9bd4-788e43d365dd" providerId="ADAL" clId="{DA007005-2709-4DA7-B1B4-3C2C2F32B7C4}" dt="2026-02-26T10:06:16.776" v="2007" actId="47"/>
        <pc:sldMkLst>
          <pc:docMk/>
          <pc:sldMk cId="1764893233" sldId="264"/>
        </pc:sldMkLst>
      </pc:sldChg>
      <pc:sldChg chg="modSp del mod">
        <pc:chgData name="Eric Bayer" userId="51e7ea5b-f670-41d2-9bd4-788e43d365dd" providerId="ADAL" clId="{DA007005-2709-4DA7-B1B4-3C2C2F32B7C4}" dt="2026-02-26T10:19:54.233" v="2506" actId="47"/>
        <pc:sldMkLst>
          <pc:docMk/>
          <pc:sldMk cId="3072535610" sldId="265"/>
        </pc:sldMkLst>
        <pc:spChg chg="mod">
          <ac:chgData name="Eric Bayer" userId="51e7ea5b-f670-41d2-9bd4-788e43d365dd" providerId="ADAL" clId="{DA007005-2709-4DA7-B1B4-3C2C2F32B7C4}" dt="2026-02-26T10:04:47.225" v="2000" actId="20577"/>
          <ac:spMkLst>
            <pc:docMk/>
            <pc:sldMk cId="3072535610" sldId="265"/>
            <ac:spMk id="2" creationId="{B0A621C9-2340-562E-7A8B-5899B062FAB2}"/>
          </ac:spMkLst>
        </pc:spChg>
        <pc:spChg chg="mod">
          <ac:chgData name="Eric Bayer" userId="51e7ea5b-f670-41d2-9bd4-788e43d365dd" providerId="ADAL" clId="{DA007005-2709-4DA7-B1B4-3C2C2F32B7C4}" dt="2026-02-26T09:59:08.214" v="1918" actId="12"/>
          <ac:spMkLst>
            <pc:docMk/>
            <pc:sldMk cId="3072535610" sldId="265"/>
            <ac:spMk id="3" creationId="{38757325-42CD-353C-D1B1-8D99AF77C8D7}"/>
          </ac:spMkLst>
        </pc:spChg>
      </pc:sldChg>
      <pc:sldChg chg="del">
        <pc:chgData name="Eric Bayer" userId="51e7ea5b-f670-41d2-9bd4-788e43d365dd" providerId="ADAL" clId="{DA007005-2709-4DA7-B1B4-3C2C2F32B7C4}" dt="2026-02-26T10:08:40.061" v="2119" actId="47"/>
        <pc:sldMkLst>
          <pc:docMk/>
          <pc:sldMk cId="2597091609" sldId="266"/>
        </pc:sldMkLst>
      </pc:sldChg>
      <pc:sldChg chg="modSp del mod">
        <pc:chgData name="Eric Bayer" userId="51e7ea5b-f670-41d2-9bd4-788e43d365dd" providerId="ADAL" clId="{DA007005-2709-4DA7-B1B4-3C2C2F32B7C4}" dt="2026-02-26T10:19:51.354" v="2504" actId="47"/>
        <pc:sldMkLst>
          <pc:docMk/>
          <pc:sldMk cId="3447585893" sldId="267"/>
        </pc:sldMkLst>
        <pc:spChg chg="mod">
          <ac:chgData name="Eric Bayer" userId="51e7ea5b-f670-41d2-9bd4-788e43d365dd" providerId="ADAL" clId="{DA007005-2709-4DA7-B1B4-3C2C2F32B7C4}" dt="2026-02-26T10:05:02.228" v="2004" actId="20577"/>
          <ac:spMkLst>
            <pc:docMk/>
            <pc:sldMk cId="3447585893" sldId="267"/>
            <ac:spMk id="2" creationId="{42186B65-2639-319D-2650-4BCBAA5824F1}"/>
          </ac:spMkLst>
        </pc:spChg>
        <pc:spChg chg="mod">
          <ac:chgData name="Eric Bayer" userId="51e7ea5b-f670-41d2-9bd4-788e43d365dd" providerId="ADAL" clId="{DA007005-2709-4DA7-B1B4-3C2C2F32B7C4}" dt="2026-02-26T10:01:11.576" v="1936" actId="27636"/>
          <ac:spMkLst>
            <pc:docMk/>
            <pc:sldMk cId="3447585893" sldId="267"/>
            <ac:spMk id="3" creationId="{90EE523E-48C2-61BA-A06B-702A55AFC6C1}"/>
          </ac:spMkLst>
        </pc:spChg>
        <pc:picChg chg="mod">
          <ac:chgData name="Eric Bayer" userId="51e7ea5b-f670-41d2-9bd4-788e43d365dd" providerId="ADAL" clId="{DA007005-2709-4DA7-B1B4-3C2C2F32B7C4}" dt="2026-02-26T09:59:20.495" v="1920" actId="1076"/>
          <ac:picMkLst>
            <pc:docMk/>
            <pc:sldMk cId="3447585893" sldId="267"/>
            <ac:picMk id="6" creationId="{94ABB5E4-51C2-0DC6-2BE7-065DA1112B58}"/>
          </ac:picMkLst>
        </pc:picChg>
      </pc:sldChg>
      <pc:sldChg chg="modSp del mod">
        <pc:chgData name="Eric Bayer" userId="51e7ea5b-f670-41d2-9bd4-788e43d365dd" providerId="ADAL" clId="{DA007005-2709-4DA7-B1B4-3C2C2F32B7C4}" dt="2026-02-26T10:19:52.717" v="2505" actId="47"/>
        <pc:sldMkLst>
          <pc:docMk/>
          <pc:sldMk cId="1189468577" sldId="268"/>
        </pc:sldMkLst>
        <pc:spChg chg="mod">
          <ac:chgData name="Eric Bayer" userId="51e7ea5b-f670-41d2-9bd4-788e43d365dd" providerId="ADAL" clId="{DA007005-2709-4DA7-B1B4-3C2C2F32B7C4}" dt="2026-02-26T10:04:53.591" v="2002" actId="20577"/>
          <ac:spMkLst>
            <pc:docMk/>
            <pc:sldMk cId="1189468577" sldId="268"/>
            <ac:spMk id="2" creationId="{B2D18F54-EF4A-E97C-08F4-90AC0234E5AA}"/>
          </ac:spMkLst>
        </pc:spChg>
        <pc:spChg chg="mod">
          <ac:chgData name="Eric Bayer" userId="51e7ea5b-f670-41d2-9bd4-788e43d365dd" providerId="ADAL" clId="{DA007005-2709-4DA7-B1B4-3C2C2F32B7C4}" dt="2026-02-26T09:57:18.424" v="1761"/>
          <ac:spMkLst>
            <pc:docMk/>
            <pc:sldMk cId="1189468577" sldId="268"/>
            <ac:spMk id="3" creationId="{B716BC25-CE0D-0C8E-EEAA-C32EE5CB858D}"/>
          </ac:spMkLst>
        </pc:spChg>
      </pc:sldChg>
      <pc:sldChg chg="modSp add mod">
        <pc:chgData name="Eric Bayer" userId="51e7ea5b-f670-41d2-9bd4-788e43d365dd" providerId="ADAL" clId="{DA007005-2709-4DA7-B1B4-3C2C2F32B7C4}" dt="2026-02-26T15:02:08.944" v="2609" actId="5793"/>
        <pc:sldMkLst>
          <pc:docMk/>
          <pc:sldMk cId="3898511574" sldId="269"/>
        </pc:sldMkLst>
        <pc:spChg chg="mod">
          <ac:chgData name="Eric Bayer" userId="51e7ea5b-f670-41d2-9bd4-788e43d365dd" providerId="ADAL" clId="{DA007005-2709-4DA7-B1B4-3C2C2F32B7C4}" dt="2026-02-26T10:16:02.096" v="2200" actId="14100"/>
          <ac:spMkLst>
            <pc:docMk/>
            <pc:sldMk cId="3898511574" sldId="269"/>
            <ac:spMk id="2" creationId="{EAA1B05F-FF63-03DB-F6E0-0EE0F66D23AF}"/>
          </ac:spMkLst>
        </pc:spChg>
        <pc:spChg chg="mod">
          <ac:chgData name="Eric Bayer" userId="51e7ea5b-f670-41d2-9bd4-788e43d365dd" providerId="ADAL" clId="{DA007005-2709-4DA7-B1B4-3C2C2F32B7C4}" dt="2026-02-26T15:02:08.944" v="2609" actId="5793"/>
          <ac:spMkLst>
            <pc:docMk/>
            <pc:sldMk cId="3898511574" sldId="269"/>
            <ac:spMk id="3" creationId="{425EEFFF-8095-BD9B-7F56-CC56A9AF73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22FD346-EC89-D6EF-36E5-2D33D89919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A97309-E4FB-79EC-2550-00781D79DF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D446A-882D-4514-A1D6-495548E96AC9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D92B3C-42AD-9D0B-7795-2D86CB5961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2EACFF-1130-863A-CA35-E4BF624B1C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D9FE2-7554-4BA3-9815-7E537B82312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2195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EF412-3861-4C83-A22F-C297179421EF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A2238-E206-4788-B1ED-1388F5EDA2E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05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B5D1A-E23E-9856-681F-D5A76B52B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0BFBD-8F10-504B-3C8C-6E6BD72F5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1F34C8-0604-90F9-9F1E-09F890FD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1D00-CB28-4D28-8D54-02739C6993A7}" type="datetime1">
              <a:rPr lang="en-GB" smtClean="0"/>
              <a:t>26/02/2026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81090A-D570-000D-2BB6-4D0D79DA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BC77DC-5025-33E0-76B6-D23633A0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04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CEC307-056A-6345-BBB4-F2BC4855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A7E52-3B6C-2047-0723-7AE600F5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9BF429-937A-27D2-06F8-644BAEF6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C0763-1567-4D66-812A-4AA063D29C8F}" type="datetime1">
              <a:rPr lang="en-GB" smtClean="0"/>
              <a:t>26/02/2026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D8D5D5-DE5F-2B84-0C49-94A3BBC9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EF350-57D6-5FFC-8607-E32B6337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5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0AC7F8-D7B1-93F7-5197-A16A4B7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3D1AF9-8476-1DBB-83B4-F1CA539BA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3F544-FFCA-B2F4-C852-394099E37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AA0F-2638-4884-AE9C-37E214A57F7B}" type="datetime1">
              <a:rPr lang="en-GB" smtClean="0"/>
              <a:t>26/02/2026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BE6DF2-4CF6-B23B-DADE-ED9676EF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C8E935-D3C7-0674-C87B-FBA0AAF2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25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95B26-D3EF-28E7-B3CF-1CCEDA64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4EB4E-B1BB-48CB-3E8F-01EED686D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B1084C-DB84-5326-C2D8-428AA22F4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CBC393-7751-E65B-20F8-5FB2A605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6EF14-9849-4BDF-91E9-F29A097BB78F}" type="datetime1">
              <a:rPr lang="en-GB" smtClean="0"/>
              <a:t>26/02/2026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0A8716-2825-E3CE-0E77-80F0C2C1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242F5D-304D-195C-2F83-41905B13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69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66B37-AF26-BED1-6654-80B4F23A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6CDFFE-E451-03AF-CD4E-43BE5C533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561AF2-2002-C5F1-30CC-C854C64EF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C0E433-6C3A-4262-2667-7C33B79CC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A86F01-FECC-9121-99A5-008E338C8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130CF2-C631-AD38-DBBA-7BA0F4CF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D41D-BBAB-46F1-B113-77035821C442}" type="datetime1">
              <a:rPr lang="en-GB" smtClean="0"/>
              <a:t>26/02/2026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AF1D9CB-042F-5068-1F37-4827EEF7B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D8646E1-94C7-1E70-8909-8D4B4E11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42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81597-59C4-5A7A-EE60-459581C7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2D57E-2776-B319-4970-D090CF7B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4702-2C99-4E33-971C-7A4C6FCF33F8}" type="datetime1">
              <a:rPr lang="en-GB" smtClean="0"/>
              <a:t>26/02/2026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B85BE3-D719-7399-5476-02F9B398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EF35EA-126C-4B0E-CF20-73EEF1C7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77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8F656-9EA2-BCD8-DF7F-DCF3080E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630A-87A2-455B-BA67-391E2F6F574B}" type="datetime1">
              <a:rPr lang="en-GB" smtClean="0"/>
              <a:t>26/02/2026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30D6C4-4D1A-22E2-AC22-57B230FBA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EE712A-8BBC-A4CC-8A2D-98E1D219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53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E8761-89DF-0534-FF43-C1E6FA5A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142E43-3CA1-08E5-A271-21E0C759E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B776C8E-7595-3EF4-CF29-B393A9391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40FC0D-9017-CD24-2C82-54C5B1B3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662EC-218A-4178-B558-7DB99E1EB272}" type="datetime1">
              <a:rPr lang="en-GB" smtClean="0"/>
              <a:t>26/02/2026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84F310-C261-EEB6-7DEA-E304A15D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42D4B3-AB66-ABF0-5F11-BA04442C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08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EADAF-CED5-3520-5822-3B9E7E13D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0D4D4B0-8142-3E00-FF56-40A438CB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6BD8B0-B0ED-DC0B-76AA-23E72D004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CE8C9D-F0F8-7C79-8657-21927460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4E75A-DB07-4D8B-A62E-667DD32A6CAF}" type="datetime1">
              <a:rPr lang="en-GB" smtClean="0"/>
              <a:t>26/02/2026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8AD64A-4FAE-3D50-39FD-B509F60B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2FE4DD-A6AB-1C96-C1B9-54313878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78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E4BF4-FA1F-CECC-91B4-2A0F0CAC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E44DEE-64D4-B37F-99A0-E681792E2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8F7F6-99DF-D83C-C3B0-A0A597538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65B1-F419-4209-96C2-8736149612F2}" type="datetime1">
              <a:rPr lang="en-GB" smtClean="0"/>
              <a:t>26/02/2026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532F64-230A-5BB5-ADE5-1CA9B3DF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29DC78-732B-E811-50F6-ABEC3D8E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3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1E526E5-F252-4D29-43FC-C80811637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F60ABD-D0CE-C390-67CE-DE92439E2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227FFC-6691-60C1-132E-113567B9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121F-0CBF-440D-B865-8A34D43111C3}" type="datetime1">
              <a:rPr lang="en-GB" smtClean="0"/>
              <a:t>26/02/2026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F16302-1335-F207-D543-529D184A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ECEFF-4064-0FBC-F874-EAE48D6A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16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815507-7A95-C8CA-2485-E3271D308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AAF49C-E6C0-040C-BB8B-C67FA7E52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5C1EFB-F32E-75EA-FDEE-765CFA220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BF42F-14A1-4852-80A6-06B7089E7B7E}" type="datetime1">
              <a:rPr lang="en-GB" smtClean="0"/>
              <a:t>26/02/2026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B3A510-C647-8A98-AABF-674F637FE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568BF9-E6E9-B9B2-1F69-502E1AF76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A2D5A-CC95-4DFA-8041-E348B25950A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17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172D9B-8F09-C43C-07FA-2B79A531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9" r="-1" b="967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F07DCDB-12FC-9694-AEFD-3262C8B3F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600" dirty="0" err="1">
                <a:solidFill>
                  <a:schemeClr val="bg1"/>
                </a:solidFill>
              </a:rPr>
              <a:t>OneTapFood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AB250F-D078-CA10-A74F-BBEA3B945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br>
              <a:rPr lang="en-US" sz="1100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Niklas Quandel, Leander Tholen, Eric Bayer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931C1B-3B92-B7AB-AE52-A53196BE7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22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772AF8-417B-DFDC-FDB1-C876E564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A1B05F-FF63-03DB-F6E0-0EE0F66D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Idee und Konzept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EEFFF-8095-BD9B-7F56-CC56A9AF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930249" cy="3207258"/>
          </a:xfrm>
        </p:spPr>
        <p:txBody>
          <a:bodyPr anchor="t">
            <a:norm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Problem: „Was </a:t>
            </a:r>
            <a:r>
              <a:rPr lang="en-GB" sz="2200" dirty="0" err="1">
                <a:solidFill>
                  <a:schemeClr val="bg1"/>
                </a:solidFill>
              </a:rPr>
              <a:t>esse</a:t>
            </a:r>
            <a:r>
              <a:rPr lang="en-GB" sz="2200" dirty="0">
                <a:solidFill>
                  <a:schemeClr val="bg1"/>
                </a:solidFill>
              </a:rPr>
              <a:t> ich?“ → </a:t>
            </a:r>
            <a:r>
              <a:rPr lang="en-GB" sz="2200" dirty="0" err="1">
                <a:solidFill>
                  <a:schemeClr val="bg1"/>
                </a:solidFill>
              </a:rPr>
              <a:t>Zufallsentscheidung</a:t>
            </a:r>
            <a:r>
              <a:rPr lang="en-GB" sz="2200" dirty="0">
                <a:solidFill>
                  <a:schemeClr val="bg1"/>
                </a:solidFill>
              </a:rPr>
              <a:t> per </a:t>
            </a:r>
            <a:r>
              <a:rPr lang="en-GB" sz="2200" dirty="0" err="1">
                <a:solidFill>
                  <a:schemeClr val="bg1"/>
                </a:solidFill>
              </a:rPr>
              <a:t>Knopfdruck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Ziel: </a:t>
            </a:r>
            <a:r>
              <a:rPr lang="en-GB" sz="2200" dirty="0" err="1">
                <a:solidFill>
                  <a:schemeClr val="bg1"/>
                </a:solidFill>
              </a:rPr>
              <a:t>Automatisierte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Essensbestellung</a:t>
            </a:r>
            <a:r>
              <a:rPr lang="en-GB" sz="2200" dirty="0">
                <a:solidFill>
                  <a:schemeClr val="bg1"/>
                </a:solidFill>
              </a:rPr>
              <a:t>, </a:t>
            </a:r>
            <a:r>
              <a:rPr lang="en-GB" sz="2200" dirty="0" err="1">
                <a:solidFill>
                  <a:schemeClr val="bg1"/>
                </a:solidFill>
              </a:rPr>
              <a:t>Barzahlung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bei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Lieferung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 err="1">
                <a:solidFill>
                  <a:schemeClr val="bg1"/>
                </a:solidFill>
              </a:rPr>
              <a:t>Abgrenzung</a:t>
            </a:r>
            <a:r>
              <a:rPr lang="en-GB" sz="2200" dirty="0">
                <a:solidFill>
                  <a:schemeClr val="bg1"/>
                </a:solidFill>
              </a:rPr>
              <a:t>: </a:t>
            </a:r>
            <a:r>
              <a:rPr lang="en-GB" sz="2200" dirty="0" err="1">
                <a:solidFill>
                  <a:schemeClr val="bg1"/>
                </a:solidFill>
              </a:rPr>
              <a:t>Fokus</a:t>
            </a:r>
            <a:r>
              <a:rPr lang="en-GB" sz="2200" dirty="0">
                <a:solidFill>
                  <a:schemeClr val="bg1"/>
                </a:solidFill>
              </a:rPr>
              <a:t> auf </a:t>
            </a:r>
            <a:r>
              <a:rPr lang="en-GB" sz="2200" dirty="0" err="1">
                <a:solidFill>
                  <a:schemeClr val="bg1"/>
                </a:solidFill>
              </a:rPr>
              <a:t>Lernwert</a:t>
            </a:r>
            <a:r>
              <a:rPr lang="en-GB" sz="2200" dirty="0">
                <a:solidFill>
                  <a:schemeClr val="bg1"/>
                </a:solidFill>
              </a:rPr>
              <a:t> (APIs, Monitoring, </a:t>
            </a:r>
            <a:r>
              <a:rPr lang="en-GB" sz="2200" dirty="0" err="1">
                <a:solidFill>
                  <a:schemeClr val="bg1"/>
                </a:solidFill>
              </a:rPr>
              <a:t>Automatisierung</a:t>
            </a:r>
            <a:r>
              <a:rPr lang="en-GB" sz="2200" dirty="0">
                <a:solidFill>
                  <a:schemeClr val="bg1"/>
                </a:solidFill>
              </a:rPr>
              <a:t>), </a:t>
            </a:r>
            <a:r>
              <a:rPr lang="en-GB" sz="2200" dirty="0" err="1">
                <a:solidFill>
                  <a:schemeClr val="bg1"/>
                </a:solidFill>
              </a:rPr>
              <a:t>kein</a:t>
            </a:r>
            <a:r>
              <a:rPr lang="en-GB" sz="2200" dirty="0">
                <a:solidFill>
                  <a:schemeClr val="bg1"/>
                </a:solidFill>
              </a:rPr>
              <a:t> </a:t>
            </a:r>
            <a:r>
              <a:rPr lang="en-GB" sz="2200" dirty="0" err="1">
                <a:solidFill>
                  <a:schemeClr val="bg1"/>
                </a:solidFill>
              </a:rPr>
              <a:t>Produktivsystem</a:t>
            </a:r>
            <a:endParaRPr lang="en-GB" sz="2200" dirty="0">
              <a:solidFill>
                <a:schemeClr val="bg1"/>
              </a:solidFill>
            </a:endParaRPr>
          </a:p>
          <a:p>
            <a:endParaRPr lang="en-GB" sz="170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0F398A-2F41-B420-EC70-74B6B52A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8A2D5A-CC95-4DFA-8041-E348B25950A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261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772AF8-417B-DFDC-FDB1-C876E5647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A1B05F-FF63-03DB-F6E0-0EE0F66D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641508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Projektablauf	Einschätzung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EEFFF-8095-BD9B-7F56-CC56A9AF7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930249" cy="3207258"/>
          </a:xfrm>
        </p:spPr>
        <p:txBody>
          <a:bodyPr anchor="t">
            <a:normAutofit/>
          </a:bodyPr>
          <a:lstStyle/>
          <a:p>
            <a:r>
              <a:rPr lang="de-DE" sz="1800" dirty="0">
                <a:solidFill>
                  <a:schemeClr val="bg1"/>
                </a:solidFill>
              </a:rPr>
              <a:t>Ursprünglicher Zeitplan zu knapp</a:t>
            </a:r>
          </a:p>
          <a:p>
            <a:r>
              <a:rPr lang="de-DE" sz="1800" dirty="0">
                <a:solidFill>
                  <a:schemeClr val="bg1"/>
                </a:solidFill>
              </a:rPr>
              <a:t>Lieferservice APIs wie befürchtet nicht nutzbar</a:t>
            </a:r>
          </a:p>
          <a:p>
            <a:r>
              <a:rPr lang="de-DE" sz="1800" dirty="0">
                <a:solidFill>
                  <a:schemeClr val="bg1"/>
                </a:solidFill>
              </a:rPr>
              <a:t>Abgesehen von API-Problematik guter Ablauf</a:t>
            </a:r>
          </a:p>
          <a:p>
            <a:r>
              <a:rPr lang="en-GB" sz="1800" dirty="0">
                <a:solidFill>
                  <a:schemeClr val="bg1"/>
                </a:solidFill>
              </a:rPr>
              <a:t>API-</a:t>
            </a:r>
            <a:r>
              <a:rPr lang="en-GB" sz="1800" dirty="0" err="1">
                <a:solidFill>
                  <a:schemeClr val="bg1"/>
                </a:solidFill>
              </a:rPr>
              <a:t>Problematik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en-GB" sz="1800" dirty="0" err="1">
                <a:solidFill>
                  <a:schemeClr val="bg1"/>
                </a:solidFill>
              </a:rPr>
              <a:t>erforderte</a:t>
            </a:r>
            <a:r>
              <a:rPr lang="en-GB" sz="1800" dirty="0">
                <a:solidFill>
                  <a:schemeClr val="bg1"/>
                </a:solidFill>
              </a:rPr>
              <a:t> alternative </a:t>
            </a:r>
            <a:r>
              <a:rPr lang="en-GB" sz="1800" dirty="0" err="1">
                <a:solidFill>
                  <a:schemeClr val="bg1"/>
                </a:solidFill>
              </a:rPr>
              <a:t>Lösung</a:t>
            </a:r>
            <a:endParaRPr lang="en-GB" sz="1800" dirty="0">
              <a:solidFill>
                <a:schemeClr val="bg1"/>
              </a:solidFill>
            </a:endParaRPr>
          </a:p>
          <a:p>
            <a:r>
              <a:rPr lang="en-GB" sz="1800" dirty="0">
                <a:solidFill>
                  <a:schemeClr val="bg1"/>
                </a:solidFill>
              </a:rPr>
              <a:t>Service.py </a:t>
            </a:r>
            <a:r>
              <a:rPr lang="en-GB" sz="1800" dirty="0" err="1">
                <a:solidFill>
                  <a:schemeClr val="bg1"/>
                </a:solidFill>
              </a:rPr>
              <a:t>entwickelt</a:t>
            </a:r>
            <a:r>
              <a:rPr lang="en-GB" sz="1800" dirty="0">
                <a:solidFill>
                  <a:schemeClr val="bg1"/>
                </a:solidFill>
              </a:rPr>
              <a:t> um </a:t>
            </a:r>
            <a:r>
              <a:rPr lang="en-GB" sz="1800" dirty="0" err="1">
                <a:solidFill>
                  <a:schemeClr val="bg1"/>
                </a:solidFill>
              </a:rPr>
              <a:t>Bestellungsverarbeitung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en-GB" sz="1800" dirty="0" err="1">
                <a:solidFill>
                  <a:schemeClr val="bg1"/>
                </a:solidFill>
              </a:rPr>
              <a:t>zu</a:t>
            </a:r>
            <a:r>
              <a:rPr lang="en-GB" sz="1800" dirty="0">
                <a:solidFill>
                  <a:schemeClr val="bg1"/>
                </a:solidFill>
              </a:rPr>
              <a:t> </a:t>
            </a:r>
            <a:r>
              <a:rPr lang="en-GB" sz="1800" dirty="0" err="1">
                <a:solidFill>
                  <a:schemeClr val="bg1"/>
                </a:solidFill>
              </a:rPr>
              <a:t>simulieren</a:t>
            </a:r>
            <a:endParaRPr lang="en-GB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00F398A-2F41-B420-EC70-74B6B52A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8A2D5A-CC95-4DFA-8041-E348B25950A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51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34AB40D-150A-625A-FF5D-C7FECF3E0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6" y="0"/>
            <a:ext cx="86695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3E0004-7947-5B4F-44C4-D345C264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664" y="558226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Interner Ablauf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8EE66D-18DE-FF37-541B-9489F68C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93" y="1968246"/>
            <a:ext cx="4102935" cy="3207258"/>
          </a:xfrm>
        </p:spPr>
        <p:txBody>
          <a:bodyPr anchor="t">
            <a:noAutofit/>
          </a:bodyPr>
          <a:lstStyle/>
          <a:p>
            <a:r>
              <a:rPr lang="en-GB" sz="2200" dirty="0">
                <a:solidFill>
                  <a:schemeClr val="bg1"/>
                </a:solidFill>
              </a:rPr>
              <a:t>Button / </a:t>
            </a:r>
            <a:r>
              <a:rPr lang="en-GB" sz="2200" dirty="0" err="1">
                <a:solidFill>
                  <a:schemeClr val="bg1"/>
                </a:solidFill>
              </a:rPr>
              <a:t>Aufruf</a:t>
            </a:r>
            <a:endParaRPr lang="en-GB" sz="2200" dirty="0">
              <a:solidFill>
                <a:schemeClr val="bg1"/>
              </a:solidFill>
            </a:endParaRP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app.py (</a:t>
            </a:r>
            <a:r>
              <a:rPr lang="en-GB" sz="2200" dirty="0" err="1">
                <a:solidFill>
                  <a:schemeClr val="bg1"/>
                </a:solidFill>
              </a:rPr>
              <a:t>Orderlogik</a:t>
            </a:r>
            <a:r>
              <a:rPr lang="en-GB" sz="2200" dirty="0">
                <a:solidFill>
                  <a:schemeClr val="bg1"/>
                </a:solidFill>
              </a:rPr>
              <a:t>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services.py (API-Simulation)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monitor.py (Status + ETA)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orders.log (Logging)</a:t>
            </a:r>
          </a:p>
          <a:p>
            <a:r>
              <a:rPr lang="en-GB" sz="2200" dirty="0">
                <a:solidFill>
                  <a:schemeClr val="bg1"/>
                </a:solidFill>
              </a:rPr>
              <a:t>   ↓</a:t>
            </a:r>
          </a:p>
          <a:p>
            <a:r>
              <a:rPr lang="en-GB" sz="2200" dirty="0">
                <a:solidFill>
                  <a:schemeClr val="bg1"/>
                </a:solidFill>
              </a:rPr>
              <a:t>dashboard.html (</a:t>
            </a:r>
            <a:r>
              <a:rPr lang="en-GB" sz="2200" dirty="0" err="1">
                <a:solidFill>
                  <a:schemeClr val="bg1"/>
                </a:solidFill>
              </a:rPr>
              <a:t>Anzeige</a:t>
            </a:r>
            <a:r>
              <a:rPr lang="en-GB" sz="22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EEB499-FB83-6A28-BB53-392020A7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1574" y="6356349"/>
            <a:ext cx="2743200" cy="365125"/>
          </a:xfrm>
        </p:spPr>
        <p:txBody>
          <a:bodyPr/>
          <a:lstStyle/>
          <a:p>
            <a:fld id="{378A2D5A-CC95-4DFA-8041-E348B25950A2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04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59A0E9-A708-DAD8-AF6A-5A22ECBE4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8" r="23289" b="3153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3BDBB0-9AD4-E673-370C-D5F1062E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Zusammenfassung	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6E2E42-EF07-DC44-57C8-F9099D2B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4"/>
            <a:ext cx="4331535" cy="3207258"/>
          </a:xfrm>
        </p:spPr>
        <p:txBody>
          <a:bodyPr anchor="t"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In verschiedenen Bereichen war unsere Zeitplanung etwas knapp</a:t>
            </a:r>
          </a:p>
          <a:p>
            <a:r>
              <a:rPr lang="de-DE" sz="2200" dirty="0" err="1">
                <a:solidFill>
                  <a:schemeClr val="bg1"/>
                </a:solidFill>
              </a:rPr>
              <a:t>Vorallem</a:t>
            </a:r>
            <a:r>
              <a:rPr lang="de-DE" sz="2200" dirty="0">
                <a:solidFill>
                  <a:schemeClr val="bg1"/>
                </a:solidFill>
              </a:rPr>
              <a:t> das einpflegen von Produkten hat länger gedauert als erwartet.</a:t>
            </a:r>
          </a:p>
          <a:p>
            <a:r>
              <a:rPr lang="de-DE" sz="2200" dirty="0">
                <a:solidFill>
                  <a:schemeClr val="bg1"/>
                </a:solidFill>
              </a:rPr>
              <a:t>Mehraufwand durch service.py</a:t>
            </a:r>
          </a:p>
          <a:p>
            <a:pPr marL="0" indent="0">
              <a:buNone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497863-1CDC-14B1-9F8C-FB530685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A2D5A-CC95-4DFA-8041-E348B25950A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07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Breitbild</PresentationFormat>
  <Paragraphs>37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</vt:lpstr>
      <vt:lpstr>OneTapFood</vt:lpstr>
      <vt:lpstr>Idee und Konzept</vt:lpstr>
      <vt:lpstr>Projektablauf Einschätzung</vt:lpstr>
      <vt:lpstr>Interner Ablauf</vt:lpstr>
      <vt:lpstr>Zusammenfassung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Bayer</dc:creator>
  <cp:lastModifiedBy>Eric Bayer</cp:lastModifiedBy>
  <cp:revision>1</cp:revision>
  <dcterms:created xsi:type="dcterms:W3CDTF">2025-09-18T07:56:50Z</dcterms:created>
  <dcterms:modified xsi:type="dcterms:W3CDTF">2026-02-26T15:09:40Z</dcterms:modified>
</cp:coreProperties>
</file>