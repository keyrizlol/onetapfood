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4" r:id="rId3"/>
    <p:sldId id="258" r:id="rId4"/>
    <p:sldId id="260" r:id="rId5"/>
    <p:sldId id="259" r:id="rId6"/>
    <p:sldId id="267" r:id="rId7"/>
    <p:sldId id="268" r:id="rId8"/>
    <p:sldId id="265" r:id="rId9"/>
    <p:sldId id="261" r:id="rId10"/>
    <p:sldId id="262" r:id="rId11"/>
    <p:sldId id="263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B2624-B3D7-48C8-87A7-0F200E118D04}" v="5" dt="2025-11-20T09:25:26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05" autoAdjust="0"/>
  </p:normalViewPr>
  <p:slideViewPr>
    <p:cSldViewPr snapToGrid="0">
      <p:cViewPr>
        <p:scale>
          <a:sx n="70" d="100"/>
          <a:sy n="70" d="100"/>
        </p:scale>
        <p:origin x="269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Bayer" userId="51e7ea5b-f670-41d2-9bd4-788e43d365dd" providerId="ADAL" clId="{DA007005-2709-4DA7-B1B4-3C2C2F32B7C4}"/>
    <pc:docChg chg="undo redo custSel addSld delSld modSld sldOrd">
      <pc:chgData name="Eric Bayer" userId="51e7ea5b-f670-41d2-9bd4-788e43d365dd" providerId="ADAL" clId="{DA007005-2709-4DA7-B1B4-3C2C2F32B7C4}" dt="2025-11-20T09:44:57.345" v="1671" actId="27636"/>
      <pc:docMkLst>
        <pc:docMk/>
      </pc:docMkLst>
      <pc:sldChg chg="addSp delSp modSp mod">
        <pc:chgData name="Eric Bayer" userId="51e7ea5b-f670-41d2-9bd4-788e43d365dd" providerId="ADAL" clId="{DA007005-2709-4DA7-B1B4-3C2C2F32B7C4}" dt="2025-11-20T09:01:34.979" v="772" actId="20577"/>
        <pc:sldMkLst>
          <pc:docMk/>
          <pc:sldMk cId="772222605" sldId="256"/>
        </pc:sldMkLst>
        <pc:spChg chg="mod">
          <ac:chgData name="Eric Bayer" userId="51e7ea5b-f670-41d2-9bd4-788e43d365dd" providerId="ADAL" clId="{DA007005-2709-4DA7-B1B4-3C2C2F32B7C4}" dt="2025-11-20T09:01:34.979" v="772" actId="20577"/>
          <ac:spMkLst>
            <pc:docMk/>
            <pc:sldMk cId="772222605" sldId="256"/>
            <ac:spMk id="3" creationId="{8BAB250F-D078-CA10-A74F-BBEA3B94548A}"/>
          </ac:spMkLst>
        </pc:spChg>
      </pc:sldChg>
      <pc:sldChg chg="modSp mod">
        <pc:chgData name="Eric Bayer" userId="51e7ea5b-f670-41d2-9bd4-788e43d365dd" providerId="ADAL" clId="{DA007005-2709-4DA7-B1B4-3C2C2F32B7C4}" dt="2025-11-20T09:44:57.345" v="1671" actId="27636"/>
        <pc:sldMkLst>
          <pc:docMk/>
          <pc:sldMk cId="3005261091" sldId="258"/>
        </pc:sldMkLst>
        <pc:spChg chg="mod">
          <ac:chgData name="Eric Bayer" userId="51e7ea5b-f670-41d2-9bd4-788e43d365dd" providerId="ADAL" clId="{DA007005-2709-4DA7-B1B4-3C2C2F32B7C4}" dt="2025-11-20T09:44:57.345" v="1671" actId="27636"/>
          <ac:spMkLst>
            <pc:docMk/>
            <pc:sldMk cId="3005261091" sldId="258"/>
            <ac:spMk id="3" creationId="{425EEFFF-8095-BD9B-7F56-CC56A9AF7342}"/>
          </ac:spMkLst>
        </pc:spChg>
      </pc:sldChg>
      <pc:sldChg chg="modSp mod">
        <pc:chgData name="Eric Bayer" userId="51e7ea5b-f670-41d2-9bd4-788e43d365dd" providerId="ADAL" clId="{DA007005-2709-4DA7-B1B4-3C2C2F32B7C4}" dt="2025-11-20T09:44:41.176" v="1666" actId="14100"/>
        <pc:sldMkLst>
          <pc:docMk/>
          <pc:sldMk cId="3695041564" sldId="259"/>
        </pc:sldMkLst>
        <pc:spChg chg="mod">
          <ac:chgData name="Eric Bayer" userId="51e7ea5b-f670-41d2-9bd4-788e43d365dd" providerId="ADAL" clId="{DA007005-2709-4DA7-B1B4-3C2C2F32B7C4}" dt="2025-11-20T09:44:41.176" v="1666" actId="14100"/>
          <ac:spMkLst>
            <pc:docMk/>
            <pc:sldMk cId="3695041564" sldId="259"/>
            <ac:spMk id="3" creationId="{818EE66D-18DE-FF37-541B-9489F68CCAFC}"/>
          </ac:spMkLst>
        </pc:spChg>
      </pc:sldChg>
      <pc:sldChg chg="modSp mod">
        <pc:chgData name="Eric Bayer" userId="51e7ea5b-f670-41d2-9bd4-788e43d365dd" providerId="ADAL" clId="{DA007005-2709-4DA7-B1B4-3C2C2F32B7C4}" dt="2025-11-20T09:44:47.978" v="1667" actId="14100"/>
        <pc:sldMkLst>
          <pc:docMk/>
          <pc:sldMk cId="881593997" sldId="260"/>
        </pc:sldMkLst>
        <pc:spChg chg="mod">
          <ac:chgData name="Eric Bayer" userId="51e7ea5b-f670-41d2-9bd4-788e43d365dd" providerId="ADAL" clId="{DA007005-2709-4DA7-B1B4-3C2C2F32B7C4}" dt="2025-11-20T09:44:47.978" v="1667" actId="14100"/>
          <ac:spMkLst>
            <pc:docMk/>
            <pc:sldMk cId="881593997" sldId="260"/>
            <ac:spMk id="3" creationId="{F1C05FE9-1B2A-BD2A-B6A6-6C4B3DC91954}"/>
          </ac:spMkLst>
        </pc:spChg>
      </pc:sldChg>
      <pc:sldChg chg="modSp mod">
        <pc:chgData name="Eric Bayer" userId="51e7ea5b-f670-41d2-9bd4-788e43d365dd" providerId="ADAL" clId="{DA007005-2709-4DA7-B1B4-3C2C2F32B7C4}" dt="2025-11-20T09:43:48.759" v="1644" actId="14100"/>
        <pc:sldMkLst>
          <pc:docMk/>
          <pc:sldMk cId="3390077657" sldId="262"/>
        </pc:sldMkLst>
        <pc:spChg chg="mod">
          <ac:chgData name="Eric Bayer" userId="51e7ea5b-f670-41d2-9bd4-788e43d365dd" providerId="ADAL" clId="{DA007005-2709-4DA7-B1B4-3C2C2F32B7C4}" dt="2025-11-20T09:43:48.759" v="1644" actId="14100"/>
          <ac:spMkLst>
            <pc:docMk/>
            <pc:sldMk cId="3390077657" sldId="262"/>
            <ac:spMk id="3" creationId="{996E2E42-EF07-DC44-57C8-F9099D2BC56B}"/>
          </ac:spMkLst>
        </pc:spChg>
      </pc:sldChg>
      <pc:sldChg chg="modSp mod">
        <pc:chgData name="Eric Bayer" userId="51e7ea5b-f670-41d2-9bd4-788e43d365dd" providerId="ADAL" clId="{DA007005-2709-4DA7-B1B4-3C2C2F32B7C4}" dt="2025-11-20T09:43:39.053" v="1643" actId="14100"/>
        <pc:sldMkLst>
          <pc:docMk/>
          <pc:sldMk cId="2376100366" sldId="263"/>
        </pc:sldMkLst>
        <pc:spChg chg="mod">
          <ac:chgData name="Eric Bayer" userId="51e7ea5b-f670-41d2-9bd4-788e43d365dd" providerId="ADAL" clId="{DA007005-2709-4DA7-B1B4-3C2C2F32B7C4}" dt="2025-11-20T09:43:39.053" v="1643" actId="14100"/>
          <ac:spMkLst>
            <pc:docMk/>
            <pc:sldMk cId="2376100366" sldId="263"/>
            <ac:spMk id="3" creationId="{9886EAE3-F546-25CC-BD61-BA4764CE6822}"/>
          </ac:spMkLst>
        </pc:spChg>
      </pc:sldChg>
      <pc:sldChg chg="modSp mod">
        <pc:chgData name="Eric Bayer" userId="51e7ea5b-f670-41d2-9bd4-788e43d365dd" providerId="ADAL" clId="{DA007005-2709-4DA7-B1B4-3C2C2F32B7C4}" dt="2025-11-20T09:44:24.488" v="1664" actId="20577"/>
        <pc:sldMkLst>
          <pc:docMk/>
          <pc:sldMk cId="3072535610" sldId="265"/>
        </pc:sldMkLst>
        <pc:spChg chg="mod">
          <ac:chgData name="Eric Bayer" userId="51e7ea5b-f670-41d2-9bd4-788e43d365dd" providerId="ADAL" clId="{DA007005-2709-4DA7-B1B4-3C2C2F32B7C4}" dt="2025-11-20T09:30:32.082" v="1544" actId="1076"/>
          <ac:spMkLst>
            <pc:docMk/>
            <pc:sldMk cId="3072535610" sldId="265"/>
            <ac:spMk id="2" creationId="{B0A621C9-2340-562E-7A8B-5899B062FAB2}"/>
          </ac:spMkLst>
        </pc:spChg>
        <pc:spChg chg="mod">
          <ac:chgData name="Eric Bayer" userId="51e7ea5b-f670-41d2-9bd4-788e43d365dd" providerId="ADAL" clId="{DA007005-2709-4DA7-B1B4-3C2C2F32B7C4}" dt="2025-11-20T09:44:24.488" v="1664" actId="20577"/>
          <ac:spMkLst>
            <pc:docMk/>
            <pc:sldMk cId="3072535610" sldId="265"/>
            <ac:spMk id="3" creationId="{38757325-42CD-353C-D1B1-8D99AF77C8D7}"/>
          </ac:spMkLst>
        </pc:spChg>
        <pc:spChg chg="mod">
          <ac:chgData name="Eric Bayer" userId="51e7ea5b-f670-41d2-9bd4-788e43d365dd" providerId="ADAL" clId="{DA007005-2709-4DA7-B1B4-3C2C2F32B7C4}" dt="2025-11-20T09:30:40.490" v="1545" actId="1076"/>
          <ac:spMkLst>
            <pc:docMk/>
            <pc:sldMk cId="3072535610" sldId="265"/>
            <ac:spMk id="4" creationId="{85F2C6EC-38B6-EB56-84AE-D9CCC2C2729A}"/>
          </ac:spMkLst>
        </pc:spChg>
      </pc:sldChg>
      <pc:sldChg chg="modSp mod">
        <pc:chgData name="Eric Bayer" userId="51e7ea5b-f670-41d2-9bd4-788e43d365dd" providerId="ADAL" clId="{DA007005-2709-4DA7-B1B4-3C2C2F32B7C4}" dt="2025-11-20T09:40:37.051" v="1642" actId="20577"/>
        <pc:sldMkLst>
          <pc:docMk/>
          <pc:sldMk cId="2597091609" sldId="266"/>
        </pc:sldMkLst>
        <pc:spChg chg="mod">
          <ac:chgData name="Eric Bayer" userId="51e7ea5b-f670-41d2-9bd4-788e43d365dd" providerId="ADAL" clId="{DA007005-2709-4DA7-B1B4-3C2C2F32B7C4}" dt="2025-11-20T09:40:37.051" v="1642" actId="20577"/>
          <ac:spMkLst>
            <pc:docMk/>
            <pc:sldMk cId="2597091609" sldId="266"/>
            <ac:spMk id="3" creationId="{9B4C033D-1196-26CA-BDDB-600B35DB0A37}"/>
          </ac:spMkLst>
        </pc:spChg>
      </pc:sldChg>
      <pc:sldChg chg="addSp delSp modSp add mod setBg delDesignElem">
        <pc:chgData name="Eric Bayer" userId="51e7ea5b-f670-41d2-9bd4-788e43d365dd" providerId="ADAL" clId="{DA007005-2709-4DA7-B1B4-3C2C2F32B7C4}" dt="2025-11-20T09:44:34.242" v="1665" actId="14100"/>
        <pc:sldMkLst>
          <pc:docMk/>
          <pc:sldMk cId="3447585893" sldId="267"/>
        </pc:sldMkLst>
        <pc:spChg chg="mod">
          <ac:chgData name="Eric Bayer" userId="51e7ea5b-f670-41d2-9bd4-788e43d365dd" providerId="ADAL" clId="{DA007005-2709-4DA7-B1B4-3C2C2F32B7C4}" dt="2025-11-20T09:04:17.820" v="809" actId="1076"/>
          <ac:spMkLst>
            <pc:docMk/>
            <pc:sldMk cId="3447585893" sldId="267"/>
            <ac:spMk id="2" creationId="{42186B65-2639-319D-2650-4BCBAA5824F1}"/>
          </ac:spMkLst>
        </pc:spChg>
        <pc:spChg chg="mod">
          <ac:chgData name="Eric Bayer" userId="51e7ea5b-f670-41d2-9bd4-788e43d365dd" providerId="ADAL" clId="{DA007005-2709-4DA7-B1B4-3C2C2F32B7C4}" dt="2025-11-20T09:44:34.242" v="1665" actId="14100"/>
          <ac:spMkLst>
            <pc:docMk/>
            <pc:sldMk cId="3447585893" sldId="267"/>
            <ac:spMk id="3" creationId="{90EE523E-48C2-61BA-A06B-702A55AFC6C1}"/>
          </ac:spMkLst>
        </pc:spChg>
        <pc:spChg chg="mod">
          <ac:chgData name="Eric Bayer" userId="51e7ea5b-f670-41d2-9bd4-788e43d365dd" providerId="ADAL" clId="{DA007005-2709-4DA7-B1B4-3C2C2F32B7C4}" dt="2025-11-20T09:03:33.704" v="779" actId="26606"/>
          <ac:spMkLst>
            <pc:docMk/>
            <pc:sldMk cId="3447585893" sldId="267"/>
            <ac:spMk id="4" creationId="{375D6AA3-7048-ED1A-2FBD-097B0AAFFBE7}"/>
          </ac:spMkLst>
        </pc:spChg>
        <pc:spChg chg="mod ord">
          <ac:chgData name="Eric Bayer" userId="51e7ea5b-f670-41d2-9bd4-788e43d365dd" providerId="ADAL" clId="{DA007005-2709-4DA7-B1B4-3C2C2F32B7C4}" dt="2025-11-20T09:30:59.486" v="1546" actId="1076"/>
          <ac:spMkLst>
            <pc:docMk/>
            <pc:sldMk cId="3447585893" sldId="267"/>
            <ac:spMk id="7" creationId="{7C3BA947-F90C-984D-4C05-9E399C4D2D7D}"/>
          </ac:spMkLst>
        </pc:spChg>
        <pc:spChg chg="add">
          <ac:chgData name="Eric Bayer" userId="51e7ea5b-f670-41d2-9bd4-788e43d365dd" providerId="ADAL" clId="{DA007005-2709-4DA7-B1B4-3C2C2F32B7C4}" dt="2025-11-20T09:03:33.704" v="779" actId="26606"/>
          <ac:spMkLst>
            <pc:docMk/>
            <pc:sldMk cId="3447585893" sldId="267"/>
            <ac:spMk id="12" creationId="{9AA72BD9-2C5A-4EDC-931F-5AA08EACA0F3}"/>
          </ac:spMkLst>
        </pc:spChg>
        <pc:spChg chg="add">
          <ac:chgData name="Eric Bayer" userId="51e7ea5b-f670-41d2-9bd4-788e43d365dd" providerId="ADAL" clId="{DA007005-2709-4DA7-B1B4-3C2C2F32B7C4}" dt="2025-11-20T09:03:33.704" v="779" actId="26606"/>
          <ac:spMkLst>
            <pc:docMk/>
            <pc:sldMk cId="3447585893" sldId="267"/>
            <ac:spMk id="14" creationId="{DD3981AC-7B61-4947-BCF3-F7AA7FA385B9}"/>
          </ac:spMkLst>
        </pc:spChg>
        <pc:spChg chg="add">
          <ac:chgData name="Eric Bayer" userId="51e7ea5b-f670-41d2-9bd4-788e43d365dd" providerId="ADAL" clId="{DA007005-2709-4DA7-B1B4-3C2C2F32B7C4}" dt="2025-11-20T09:03:33.704" v="779" actId="26606"/>
          <ac:spMkLst>
            <pc:docMk/>
            <pc:sldMk cId="3447585893" sldId="267"/>
            <ac:spMk id="16" creationId="{55D4142C-5077-457F-A6AD-3FECFDB39685}"/>
          </ac:spMkLst>
        </pc:spChg>
        <pc:spChg chg="add">
          <ac:chgData name="Eric Bayer" userId="51e7ea5b-f670-41d2-9bd4-788e43d365dd" providerId="ADAL" clId="{DA007005-2709-4DA7-B1B4-3C2C2F32B7C4}" dt="2025-11-20T09:03:33.704" v="779" actId="26606"/>
          <ac:spMkLst>
            <pc:docMk/>
            <pc:sldMk cId="3447585893" sldId="267"/>
            <ac:spMk id="18" creationId="{7A5F0580-5EE9-419F-96EE-B6529EF6E7D0}"/>
          </ac:spMkLst>
        </pc:spChg>
        <pc:spChg chg="del">
          <ac:chgData name="Eric Bayer" userId="51e7ea5b-f670-41d2-9bd4-788e43d365dd" providerId="ADAL" clId="{DA007005-2709-4DA7-B1B4-3C2C2F32B7C4}" dt="2025-11-20T09:03:11.710" v="778"/>
          <ac:spMkLst>
            <pc:docMk/>
            <pc:sldMk cId="3447585893" sldId="267"/>
            <ac:spMk id="20" creationId="{8ACB82F7-B552-7B6C-2F33-76BABDCCAA8F}"/>
          </ac:spMkLst>
        </pc:spChg>
        <pc:spChg chg="del">
          <ac:chgData name="Eric Bayer" userId="51e7ea5b-f670-41d2-9bd4-788e43d365dd" providerId="ADAL" clId="{DA007005-2709-4DA7-B1B4-3C2C2F32B7C4}" dt="2025-11-20T09:03:11.710" v="778"/>
          <ac:spMkLst>
            <pc:docMk/>
            <pc:sldMk cId="3447585893" sldId="267"/>
            <ac:spMk id="22" creationId="{2CDC2C9B-6A7D-6689-A555-437A21152354}"/>
          </ac:spMkLst>
        </pc:spChg>
        <pc:spChg chg="del">
          <ac:chgData name="Eric Bayer" userId="51e7ea5b-f670-41d2-9bd4-788e43d365dd" providerId="ADAL" clId="{DA007005-2709-4DA7-B1B4-3C2C2F32B7C4}" dt="2025-11-20T09:03:11.710" v="778"/>
          <ac:spMkLst>
            <pc:docMk/>
            <pc:sldMk cId="3447585893" sldId="267"/>
            <ac:spMk id="24" creationId="{CD1C5B20-20EB-985E-DFA8-7EF00129B43F}"/>
          </ac:spMkLst>
        </pc:spChg>
        <pc:spChg chg="del">
          <ac:chgData name="Eric Bayer" userId="51e7ea5b-f670-41d2-9bd4-788e43d365dd" providerId="ADAL" clId="{DA007005-2709-4DA7-B1B4-3C2C2F32B7C4}" dt="2025-11-20T09:03:11.710" v="778"/>
          <ac:spMkLst>
            <pc:docMk/>
            <pc:sldMk cId="3447585893" sldId="267"/>
            <ac:spMk id="26" creationId="{A09A20DA-296C-470A-6453-CEEB89992A6B}"/>
          </ac:spMkLst>
        </pc:spChg>
        <pc:picChg chg="mod">
          <ac:chgData name="Eric Bayer" userId="51e7ea5b-f670-41d2-9bd4-788e43d365dd" providerId="ADAL" clId="{DA007005-2709-4DA7-B1B4-3C2C2F32B7C4}" dt="2025-11-20T09:29:51.460" v="1538" actId="1076"/>
          <ac:picMkLst>
            <pc:docMk/>
            <pc:sldMk cId="3447585893" sldId="267"/>
            <ac:picMk id="6" creationId="{94ABB5E4-51C2-0DC6-2BE7-065DA1112B58}"/>
          </ac:picMkLst>
        </pc:picChg>
      </pc:sldChg>
      <pc:sldChg chg="new del ord">
        <pc:chgData name="Eric Bayer" userId="51e7ea5b-f670-41d2-9bd4-788e43d365dd" providerId="ADAL" clId="{DA007005-2709-4DA7-B1B4-3C2C2F32B7C4}" dt="2025-11-20T09:03:10.505" v="776" actId="2696"/>
        <pc:sldMkLst>
          <pc:docMk/>
          <pc:sldMk cId="3996492598" sldId="267"/>
        </pc:sldMkLst>
      </pc:sldChg>
      <pc:sldChg chg="addSp delSp modSp add mod setBg delDesignElem">
        <pc:chgData name="Eric Bayer" userId="51e7ea5b-f670-41d2-9bd4-788e43d365dd" providerId="ADAL" clId="{DA007005-2709-4DA7-B1B4-3C2C2F32B7C4}" dt="2025-11-20T09:36:47.966" v="1552" actId="20577"/>
        <pc:sldMkLst>
          <pc:docMk/>
          <pc:sldMk cId="1189468577" sldId="268"/>
        </pc:sldMkLst>
        <pc:spChg chg="mod">
          <ac:chgData name="Eric Bayer" userId="51e7ea5b-f670-41d2-9bd4-788e43d365dd" providerId="ADAL" clId="{DA007005-2709-4DA7-B1B4-3C2C2F32B7C4}" dt="2025-11-20T09:09:17.873" v="1085" actId="20577"/>
          <ac:spMkLst>
            <pc:docMk/>
            <pc:sldMk cId="1189468577" sldId="268"/>
            <ac:spMk id="2" creationId="{B2D18F54-EF4A-E97C-08F4-90AC0234E5AA}"/>
          </ac:spMkLst>
        </pc:spChg>
        <pc:spChg chg="mod">
          <ac:chgData name="Eric Bayer" userId="51e7ea5b-f670-41d2-9bd4-788e43d365dd" providerId="ADAL" clId="{DA007005-2709-4DA7-B1B4-3C2C2F32B7C4}" dt="2025-11-20T09:36:47.966" v="1552" actId="20577"/>
          <ac:spMkLst>
            <pc:docMk/>
            <pc:sldMk cId="1189468577" sldId="268"/>
            <ac:spMk id="3" creationId="{B716BC25-CE0D-0C8E-EEAA-C32EE5CB858D}"/>
          </ac:spMkLst>
        </pc:spChg>
        <pc:spChg chg="mod">
          <ac:chgData name="Eric Bayer" userId="51e7ea5b-f670-41d2-9bd4-788e43d365dd" providerId="ADAL" clId="{DA007005-2709-4DA7-B1B4-3C2C2F32B7C4}" dt="2025-11-20T09:31:28.970" v="1551" actId="1076"/>
          <ac:spMkLst>
            <pc:docMk/>
            <pc:sldMk cId="1189468577" sldId="268"/>
            <ac:spMk id="7" creationId="{76BDD546-A643-E508-9E1E-1FF7C0D7F31E}"/>
          </ac:spMkLst>
        </pc:spChg>
        <pc:spChg chg="add del">
          <ac:chgData name="Eric Bayer" userId="51e7ea5b-f670-41d2-9bd4-788e43d365dd" providerId="ADAL" clId="{DA007005-2709-4DA7-B1B4-3C2C2F32B7C4}" dt="2025-11-20T09:09:21.239" v="1086" actId="26606"/>
          <ac:spMkLst>
            <pc:docMk/>
            <pc:sldMk cId="1189468577" sldId="268"/>
            <ac:spMk id="9" creationId="{9AA72BD9-2C5A-4EDC-931F-5AA08EACA0F3}"/>
          </ac:spMkLst>
        </pc:spChg>
        <pc:spChg chg="add del">
          <ac:chgData name="Eric Bayer" userId="51e7ea5b-f670-41d2-9bd4-788e43d365dd" providerId="ADAL" clId="{DA007005-2709-4DA7-B1B4-3C2C2F32B7C4}" dt="2025-11-20T09:09:21.239" v="1086" actId="26606"/>
          <ac:spMkLst>
            <pc:docMk/>
            <pc:sldMk cId="1189468577" sldId="268"/>
            <ac:spMk id="10" creationId="{DD3981AC-7B61-4947-BCF3-F7AA7FA385B9}"/>
          </ac:spMkLst>
        </pc:spChg>
        <pc:spChg chg="add del">
          <ac:chgData name="Eric Bayer" userId="51e7ea5b-f670-41d2-9bd4-788e43d365dd" providerId="ADAL" clId="{DA007005-2709-4DA7-B1B4-3C2C2F32B7C4}" dt="2025-11-20T09:09:21.239" v="1086" actId="26606"/>
          <ac:spMkLst>
            <pc:docMk/>
            <pc:sldMk cId="1189468577" sldId="268"/>
            <ac:spMk id="11" creationId="{55D4142C-5077-457F-A6AD-3FECFDB39685}"/>
          </ac:spMkLst>
        </pc:spChg>
        <pc:spChg chg="del">
          <ac:chgData name="Eric Bayer" userId="51e7ea5b-f670-41d2-9bd4-788e43d365dd" providerId="ADAL" clId="{DA007005-2709-4DA7-B1B4-3C2C2F32B7C4}" dt="2025-11-20T09:08:06.084" v="1062"/>
          <ac:spMkLst>
            <pc:docMk/>
            <pc:sldMk cId="1189468577" sldId="268"/>
            <ac:spMk id="12" creationId="{2A99B3F0-192D-3094-597A-F0AAFDFFFA46}"/>
          </ac:spMkLst>
        </pc:spChg>
        <pc:spChg chg="add del">
          <ac:chgData name="Eric Bayer" userId="51e7ea5b-f670-41d2-9bd4-788e43d365dd" providerId="ADAL" clId="{DA007005-2709-4DA7-B1B4-3C2C2F32B7C4}" dt="2025-11-20T09:09:21.239" v="1086" actId="26606"/>
          <ac:spMkLst>
            <pc:docMk/>
            <pc:sldMk cId="1189468577" sldId="268"/>
            <ac:spMk id="13" creationId="{7A5F0580-5EE9-419F-96EE-B6529EF6E7D0}"/>
          </ac:spMkLst>
        </pc:spChg>
        <pc:spChg chg="del">
          <ac:chgData name="Eric Bayer" userId="51e7ea5b-f670-41d2-9bd4-788e43d365dd" providerId="ADAL" clId="{DA007005-2709-4DA7-B1B4-3C2C2F32B7C4}" dt="2025-11-20T09:08:06.084" v="1062"/>
          <ac:spMkLst>
            <pc:docMk/>
            <pc:sldMk cId="1189468577" sldId="268"/>
            <ac:spMk id="14" creationId="{C16250DC-D22D-CA2D-6AC8-557A74911D3D}"/>
          </ac:spMkLst>
        </pc:spChg>
        <pc:spChg chg="add">
          <ac:chgData name="Eric Bayer" userId="51e7ea5b-f670-41d2-9bd4-788e43d365dd" providerId="ADAL" clId="{DA007005-2709-4DA7-B1B4-3C2C2F32B7C4}" dt="2025-11-20T09:09:21.239" v="1086" actId="26606"/>
          <ac:spMkLst>
            <pc:docMk/>
            <pc:sldMk cId="1189468577" sldId="268"/>
            <ac:spMk id="15" creationId="{9AA72BD9-2C5A-4EDC-931F-5AA08EACA0F3}"/>
          </ac:spMkLst>
        </pc:spChg>
        <pc:spChg chg="del">
          <ac:chgData name="Eric Bayer" userId="51e7ea5b-f670-41d2-9bd4-788e43d365dd" providerId="ADAL" clId="{DA007005-2709-4DA7-B1B4-3C2C2F32B7C4}" dt="2025-11-20T09:08:06.084" v="1062"/>
          <ac:spMkLst>
            <pc:docMk/>
            <pc:sldMk cId="1189468577" sldId="268"/>
            <ac:spMk id="16" creationId="{A66805AA-D3C5-1FE6-C6EA-F2EA2A6A7CAB}"/>
          </ac:spMkLst>
        </pc:spChg>
        <pc:spChg chg="del">
          <ac:chgData name="Eric Bayer" userId="51e7ea5b-f670-41d2-9bd4-788e43d365dd" providerId="ADAL" clId="{DA007005-2709-4DA7-B1B4-3C2C2F32B7C4}" dt="2025-11-20T09:08:06.084" v="1062"/>
          <ac:spMkLst>
            <pc:docMk/>
            <pc:sldMk cId="1189468577" sldId="268"/>
            <ac:spMk id="18" creationId="{EE5D5916-1F10-4CA7-F7DB-7D4111F4D863}"/>
          </ac:spMkLst>
        </pc:spChg>
        <pc:spChg chg="add">
          <ac:chgData name="Eric Bayer" userId="51e7ea5b-f670-41d2-9bd4-788e43d365dd" providerId="ADAL" clId="{DA007005-2709-4DA7-B1B4-3C2C2F32B7C4}" dt="2025-11-20T09:09:21.239" v="1086" actId="26606"/>
          <ac:spMkLst>
            <pc:docMk/>
            <pc:sldMk cId="1189468577" sldId="268"/>
            <ac:spMk id="20" creationId="{DD3981AC-7B61-4947-BCF3-F7AA7FA385B9}"/>
          </ac:spMkLst>
        </pc:spChg>
        <pc:spChg chg="add">
          <ac:chgData name="Eric Bayer" userId="51e7ea5b-f670-41d2-9bd4-788e43d365dd" providerId="ADAL" clId="{DA007005-2709-4DA7-B1B4-3C2C2F32B7C4}" dt="2025-11-20T09:09:21.239" v="1086" actId="26606"/>
          <ac:spMkLst>
            <pc:docMk/>
            <pc:sldMk cId="1189468577" sldId="268"/>
            <ac:spMk id="22" creationId="{55D4142C-5077-457F-A6AD-3FECFDB39685}"/>
          </ac:spMkLst>
        </pc:spChg>
        <pc:spChg chg="add">
          <ac:chgData name="Eric Bayer" userId="51e7ea5b-f670-41d2-9bd4-788e43d365dd" providerId="ADAL" clId="{DA007005-2709-4DA7-B1B4-3C2C2F32B7C4}" dt="2025-11-20T09:09:21.239" v="1086" actId="26606"/>
          <ac:spMkLst>
            <pc:docMk/>
            <pc:sldMk cId="1189468577" sldId="268"/>
            <ac:spMk id="24" creationId="{7A5F0580-5EE9-419F-96EE-B6529EF6E7D0}"/>
          </ac:spMkLst>
        </pc:spChg>
        <pc:picChg chg="mod">
          <ac:chgData name="Eric Bayer" userId="51e7ea5b-f670-41d2-9bd4-788e43d365dd" providerId="ADAL" clId="{DA007005-2709-4DA7-B1B4-3C2C2F32B7C4}" dt="2025-11-20T09:31:17.561" v="1550" actId="1076"/>
          <ac:picMkLst>
            <pc:docMk/>
            <pc:sldMk cId="1189468577" sldId="268"/>
            <ac:picMk id="6" creationId="{3B1887B7-AB97-8BAB-370C-D60F8739C50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22FD346-EC89-D6EF-36E5-2D33D89919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A97309-E4FB-79EC-2550-00781D79DF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D446A-882D-4514-A1D6-495548E96AC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D92B3C-42AD-9D0B-7795-2D86CB5961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2EACFF-1130-863A-CA35-E4BF624B1C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D9FE2-7554-4BA3-9815-7E537B82312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195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EF412-3861-4C83-A22F-C297179421E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A2238-E206-4788-B1ED-1388F5EDA2E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051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2B5D1A-E23E-9856-681F-D5A76B52B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0BFBD-8F10-504B-3C8C-6E6BD72F5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1F34C8-0604-90F9-9F1E-09F890FD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1D00-CB28-4D28-8D54-02739C6993A7}" type="datetime1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1090A-D570-000D-2BB6-4D0D79DA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BC77DC-5025-33E0-76B6-D23633A0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04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CEC307-056A-6345-BBB4-F2BC4855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7A7E52-3B6C-2047-0723-7AE600F5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9BF429-937A-27D2-06F8-644BAEF6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0763-1567-4D66-812A-4AA063D29C8F}" type="datetime1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D8D5D5-DE5F-2B84-0C49-94A3BBC9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EF350-57D6-5FFC-8607-E32B6337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5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0AC7F8-D7B1-93F7-5197-A16A4B7E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3D1AF9-8476-1DBB-83B4-F1CA539BA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A3F544-FFCA-B2F4-C852-394099E37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AA0F-2638-4884-AE9C-37E214A57F7B}" type="datetime1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BE6DF2-4CF6-B23B-DADE-ED9676EF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C8E935-D3C7-0674-C87B-FBA0AAF2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25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95B26-D3EF-28E7-B3CF-1CCEDA64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4EB4E-B1BB-48CB-3E8F-01EED686D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B1084C-DB84-5326-C2D8-428AA22F4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CBC393-7751-E65B-20F8-5FB2A605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EF14-9849-4BDF-91E9-F29A097BB78F}" type="datetime1">
              <a:rPr lang="en-GB" smtClean="0"/>
              <a:t>20/11/2025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0A8716-2825-E3CE-0E77-80F0C2C1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242F5D-304D-195C-2F83-41905B13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69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66B37-AF26-BED1-6654-80B4F23A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6CDFFE-E451-03AF-CD4E-43BE5C533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561AF2-2002-C5F1-30CC-C854C64EF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C0E433-6C3A-4262-2667-7C33B79CC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A86F01-FECC-9121-99A5-008E338C8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130CF2-C631-AD38-DBBA-7BA0F4CFC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ED41D-BBAB-46F1-B113-77035821C442}" type="datetime1">
              <a:rPr lang="en-GB" smtClean="0"/>
              <a:t>20/11/2025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AF1D9CB-042F-5068-1F37-4827EEF7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D8646E1-94C7-1E70-8909-8D4B4E11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42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81597-59C4-5A7A-EE60-459581C7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2D57E-2776-B319-4970-D090CF7B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4702-2C99-4E33-971C-7A4C6FCF33F8}" type="datetime1">
              <a:rPr lang="en-GB" smtClean="0"/>
              <a:t>20/11/2025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B85BE3-D719-7399-5476-02F9B398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EF35EA-126C-4B0E-CF20-73EEF1C7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77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68F656-9EA2-BCD8-DF7F-DCF3080E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630A-87A2-455B-BA67-391E2F6F574B}" type="datetime1">
              <a:rPr lang="en-GB" smtClean="0"/>
              <a:t>20/11/2025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30D6C4-4D1A-22E2-AC22-57B230FB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EE712A-8BBC-A4CC-8A2D-98E1D219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53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E8761-89DF-0534-FF43-C1E6FA5A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142E43-3CA1-08E5-A271-21E0C759E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776C8E-7595-3EF4-CF29-B393A9391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40FC0D-9017-CD24-2C82-54C5B1B3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662EC-218A-4178-B558-7DB99E1EB272}" type="datetime1">
              <a:rPr lang="en-GB" smtClean="0"/>
              <a:t>20/11/2025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84F310-C261-EEB6-7DEA-E304A15D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42D4B3-AB66-ABF0-5F11-BA04442C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08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EADAF-CED5-3520-5822-3B9E7E13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0D4D4B0-8142-3E00-FF56-40A438CB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6BD8B0-B0ED-DC0B-76AA-23E72D004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CE8C9D-F0F8-7C79-8657-21927460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4E75A-DB07-4D8B-A62E-667DD32A6CAF}" type="datetime1">
              <a:rPr lang="en-GB" smtClean="0"/>
              <a:t>20/11/2025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8AD64A-4FAE-3D50-39FD-B509F60B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2FE4DD-A6AB-1C96-C1B9-54313878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78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E4BF4-FA1F-CECC-91B4-2A0F0CAC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E44DEE-64D4-B37F-99A0-E681792E2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B8F7F6-99DF-D83C-C3B0-A0A59753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65B1-F419-4209-96C2-8736149612F2}" type="datetime1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532F64-230A-5BB5-ADE5-1CA9B3DF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29DC78-732B-E811-50F6-ABEC3D8E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43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1E526E5-F252-4D29-43FC-C80811637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F60ABD-D0CE-C390-67CE-DE92439E2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227FFC-6691-60C1-132E-113567B9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121F-0CBF-440D-B865-8A34D43111C3}" type="datetime1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F16302-1335-F207-D543-529D184A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ECEFF-4064-0FBC-F874-EAE48D6A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16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815507-7A95-C8CA-2485-E3271D308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AAF49C-E6C0-040C-BB8B-C67FA7E52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5C1EFB-F32E-75EA-FDEE-765CFA220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BF42F-14A1-4852-80A6-06B7089E7B7E}" type="datetime1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B3A510-C647-8A98-AABF-674F637FE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568BF9-E6E9-B9B2-1F69-502E1AF76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17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C172D9B-8F09-C43C-07FA-2B79A531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9" r="-1" b="9670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F07DCDB-12FC-9694-AEFD-3262C8B3F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600" dirty="0" err="1">
                <a:solidFill>
                  <a:schemeClr val="bg1"/>
                </a:solidFill>
              </a:rPr>
              <a:t>OneTapFood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AB250F-D078-CA10-A74F-BBEA3B945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br>
              <a:rPr lang="en-US" sz="1100" dirty="0">
                <a:solidFill>
                  <a:schemeClr val="bg1"/>
                </a:solidFill>
              </a:rPr>
            </a:b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Niklas Quandel, Leander Tholen, Eric Bayer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4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931C1B-3B92-B7AB-AE52-A53196BE7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22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1CDE521-9D8A-D510-E811-53BAF0C57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EFDAFC-9806-6009-0658-18A71F3B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15" y="1173897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>
                <a:solidFill>
                  <a:schemeClr val="bg1"/>
                </a:solidFill>
              </a:rPr>
              <a:t>Inhaltsverzeichnis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9BDBBB-1197-6F4A-0D2E-9EB28F88B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Idee und </a:t>
            </a:r>
            <a:r>
              <a:rPr lang="en-US" sz="2400" dirty="0" err="1">
                <a:solidFill>
                  <a:schemeClr val="bg1"/>
                </a:solidFill>
              </a:rPr>
              <a:t>Konzept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Umsetzung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Planung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Zeitliche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Abläufe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Monitoring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Test und Simulation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Ergebnisse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Arbeitsverteilung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267665-8D43-01EB-392B-4B5767D9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0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78A2D5A-CC95-4DFA-8041-E348B25950A2}" type="slidenum">
              <a:rPr lang="en-GB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89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0772AF8-417B-DFDC-FDB1-C876E5647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A1B05F-FF63-03DB-F6E0-0EE0F66D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Idee und Konzept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5EEFFF-8095-BD9B-7F56-CC56A9AF7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930249" cy="3207258"/>
          </a:xfrm>
        </p:spPr>
        <p:txBody>
          <a:bodyPr anchor="t">
            <a:normAutofit/>
          </a:bodyPr>
          <a:lstStyle/>
          <a:p>
            <a:r>
              <a:rPr lang="en-GB" sz="2200" dirty="0">
                <a:solidFill>
                  <a:schemeClr val="bg1"/>
                </a:solidFill>
              </a:rPr>
              <a:t>Problem: „Was </a:t>
            </a:r>
            <a:r>
              <a:rPr lang="en-GB" sz="2200" dirty="0" err="1">
                <a:solidFill>
                  <a:schemeClr val="bg1"/>
                </a:solidFill>
              </a:rPr>
              <a:t>esse</a:t>
            </a:r>
            <a:r>
              <a:rPr lang="en-GB" sz="2200" dirty="0">
                <a:solidFill>
                  <a:schemeClr val="bg1"/>
                </a:solidFill>
              </a:rPr>
              <a:t> ich?“ → </a:t>
            </a:r>
            <a:r>
              <a:rPr lang="en-GB" sz="2200" dirty="0" err="1">
                <a:solidFill>
                  <a:schemeClr val="bg1"/>
                </a:solidFill>
              </a:rPr>
              <a:t>Zufallsentscheidung</a:t>
            </a:r>
            <a:r>
              <a:rPr lang="en-GB" sz="2200" dirty="0">
                <a:solidFill>
                  <a:schemeClr val="bg1"/>
                </a:solidFill>
              </a:rPr>
              <a:t> per </a:t>
            </a:r>
            <a:r>
              <a:rPr lang="en-GB" sz="2200" dirty="0" err="1">
                <a:solidFill>
                  <a:schemeClr val="bg1"/>
                </a:solidFill>
              </a:rPr>
              <a:t>Knopfdruck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Ziel: </a:t>
            </a:r>
            <a:r>
              <a:rPr lang="en-GB" sz="2200" dirty="0" err="1">
                <a:solidFill>
                  <a:schemeClr val="bg1"/>
                </a:solidFill>
              </a:rPr>
              <a:t>Automatisierte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Essensbestellung</a:t>
            </a:r>
            <a:r>
              <a:rPr lang="en-GB" sz="2200" dirty="0">
                <a:solidFill>
                  <a:schemeClr val="bg1"/>
                </a:solidFill>
              </a:rPr>
              <a:t>, </a:t>
            </a:r>
            <a:r>
              <a:rPr lang="en-GB" sz="2200" dirty="0" err="1">
                <a:solidFill>
                  <a:schemeClr val="bg1"/>
                </a:solidFill>
              </a:rPr>
              <a:t>Barzahlung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bei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Lieferung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 err="1">
                <a:solidFill>
                  <a:schemeClr val="bg1"/>
                </a:solidFill>
              </a:rPr>
              <a:t>Abgrenzung</a:t>
            </a:r>
            <a:r>
              <a:rPr lang="en-GB" sz="2200" dirty="0">
                <a:solidFill>
                  <a:schemeClr val="bg1"/>
                </a:solidFill>
              </a:rPr>
              <a:t>: </a:t>
            </a:r>
            <a:r>
              <a:rPr lang="en-GB" sz="2200" dirty="0" err="1">
                <a:solidFill>
                  <a:schemeClr val="bg1"/>
                </a:solidFill>
              </a:rPr>
              <a:t>Fokus</a:t>
            </a:r>
            <a:r>
              <a:rPr lang="en-GB" sz="2200" dirty="0">
                <a:solidFill>
                  <a:schemeClr val="bg1"/>
                </a:solidFill>
              </a:rPr>
              <a:t> auf </a:t>
            </a:r>
            <a:r>
              <a:rPr lang="en-GB" sz="2200" dirty="0" err="1">
                <a:solidFill>
                  <a:schemeClr val="bg1"/>
                </a:solidFill>
              </a:rPr>
              <a:t>Lernwert</a:t>
            </a:r>
            <a:r>
              <a:rPr lang="en-GB" sz="2200" dirty="0">
                <a:solidFill>
                  <a:schemeClr val="bg1"/>
                </a:solidFill>
              </a:rPr>
              <a:t> (APIs, Monitoring, </a:t>
            </a:r>
            <a:r>
              <a:rPr lang="en-GB" sz="2200" dirty="0" err="1">
                <a:solidFill>
                  <a:schemeClr val="bg1"/>
                </a:solidFill>
              </a:rPr>
              <a:t>Automatisierung</a:t>
            </a:r>
            <a:r>
              <a:rPr lang="en-GB" sz="2200" dirty="0">
                <a:solidFill>
                  <a:schemeClr val="bg1"/>
                </a:solidFill>
              </a:rPr>
              <a:t>), </a:t>
            </a:r>
            <a:r>
              <a:rPr lang="en-GB" sz="2200" dirty="0" err="1">
                <a:solidFill>
                  <a:schemeClr val="bg1"/>
                </a:solidFill>
              </a:rPr>
              <a:t>kein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Produktivsystem</a:t>
            </a:r>
            <a:endParaRPr lang="en-GB" sz="2200" dirty="0">
              <a:solidFill>
                <a:schemeClr val="bg1"/>
              </a:solidFill>
            </a:endParaRPr>
          </a:p>
          <a:p>
            <a:endParaRPr lang="en-GB" sz="1700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00F398A-2F41-B420-EC70-74B6B52A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26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DD0BE21-FA21-D46A-5BEF-02E32C1BC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5B40F-DB85-C6BF-6ADD-4C5F38F92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71336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Umsetzung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05FE9-1B2A-BD2A-B6A6-6C4B3DC91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4364192" cy="3207258"/>
          </a:xfrm>
        </p:spPr>
        <p:txBody>
          <a:bodyPr anchor="t"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Erstellung der Anbieter- &amp; Menüliste</a:t>
            </a:r>
          </a:p>
          <a:p>
            <a:r>
              <a:rPr lang="de-DE" sz="2200" dirty="0">
                <a:solidFill>
                  <a:schemeClr val="bg1"/>
                </a:solidFill>
              </a:rPr>
              <a:t>Entwicklung der Order-Logik</a:t>
            </a:r>
          </a:p>
          <a:p>
            <a:r>
              <a:rPr lang="de-DE" sz="2200" dirty="0">
                <a:solidFill>
                  <a:schemeClr val="bg1"/>
                </a:solidFill>
              </a:rPr>
              <a:t>Aufbau der API mit Endpunkten</a:t>
            </a:r>
          </a:p>
          <a:p>
            <a:r>
              <a:rPr lang="de-DE" sz="2200" dirty="0">
                <a:solidFill>
                  <a:schemeClr val="bg1"/>
                </a:solidFill>
              </a:rPr>
              <a:t>Containerisierung mit Docker 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F0BF72-C5C5-6365-E151-F3993C14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1593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34AB40D-150A-625A-FF5D-C7FECF3E0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3E0004-7947-5B4F-44C4-D345C264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15" y="1593337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Planung</a:t>
            </a:r>
            <a:r>
              <a:rPr lang="de-DE" sz="2800" dirty="0">
                <a:solidFill>
                  <a:schemeClr val="bg1"/>
                </a:solidFill>
              </a:rPr>
              <a:t>			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8EE66D-18DE-FF37-541B-9489F68C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102935" cy="3207258"/>
          </a:xfrm>
        </p:spPr>
        <p:txBody>
          <a:bodyPr anchor="t"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Definition der Anforderungen: Knopf, Lieferdienste, Random-Auswahl</a:t>
            </a:r>
          </a:p>
          <a:p>
            <a:r>
              <a:rPr lang="de-DE" sz="2200" dirty="0">
                <a:solidFill>
                  <a:schemeClr val="bg1"/>
                </a:solidFill>
              </a:rPr>
              <a:t>Auswahl der Technologien (Python, Docker, </a:t>
            </a:r>
            <a:r>
              <a:rPr lang="de-DE" sz="2200" dirty="0" err="1">
                <a:solidFill>
                  <a:schemeClr val="bg1"/>
                </a:solidFill>
              </a:rPr>
              <a:t>Grafana</a:t>
            </a:r>
            <a:r>
              <a:rPr lang="de-DE" sz="2200" dirty="0">
                <a:solidFill>
                  <a:schemeClr val="bg1"/>
                </a:solidFill>
              </a:rPr>
              <a:t>)</a:t>
            </a:r>
          </a:p>
          <a:p>
            <a:r>
              <a:rPr lang="de-DE" sz="2200" dirty="0">
                <a:solidFill>
                  <a:schemeClr val="bg1"/>
                </a:solidFill>
              </a:rPr>
              <a:t>Datenschutz und Sicherheit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EEB499-FB83-6A28-BB53-392020A7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1574" y="6356349"/>
            <a:ext cx="2743200" cy="365125"/>
          </a:xfrm>
        </p:spPr>
        <p:txBody>
          <a:bodyPr/>
          <a:lstStyle/>
          <a:p>
            <a:fld id="{378A2D5A-CC95-4DFA-8041-E348B25950A2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04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F0D8DB-4371-02EF-7934-F51BC66F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4ABB5E4-51C2-0DC6-2BE7-065DA1112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186B65-2639-319D-2650-4BCBAA582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4" y="1460627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Aktueller Stand			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EE523E-48C2-61BA-A06B-702A55AF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3765477" cy="3207258"/>
          </a:xfrm>
        </p:spPr>
        <p:txBody>
          <a:bodyPr anchor="t">
            <a:normAutofit/>
          </a:bodyPr>
          <a:lstStyle/>
          <a:p>
            <a:r>
              <a:rPr lang="de-DE" sz="2200" dirty="0" err="1">
                <a:solidFill>
                  <a:schemeClr val="bg1"/>
                </a:solidFill>
              </a:rPr>
              <a:t>Lieferliste.json</a:t>
            </a:r>
            <a:r>
              <a:rPr lang="de-DE" sz="2200" dirty="0">
                <a:solidFill>
                  <a:schemeClr val="bg1"/>
                </a:solidFill>
              </a:rPr>
              <a:t> erstellt</a:t>
            </a:r>
          </a:p>
          <a:p>
            <a:r>
              <a:rPr lang="de-DE" sz="2200" dirty="0">
                <a:solidFill>
                  <a:schemeClr val="bg1"/>
                </a:solidFill>
              </a:rPr>
              <a:t>Orderlogik angepasst</a:t>
            </a:r>
          </a:p>
          <a:p>
            <a:r>
              <a:rPr lang="de-DE" sz="2200" dirty="0">
                <a:solidFill>
                  <a:schemeClr val="bg1"/>
                </a:solidFill>
              </a:rPr>
              <a:t>Teamaufgaben neu verteilt</a:t>
            </a:r>
          </a:p>
          <a:p>
            <a:r>
              <a:rPr lang="de-DE" sz="2200" dirty="0">
                <a:solidFill>
                  <a:schemeClr val="bg1"/>
                </a:solidFill>
              </a:rPr>
              <a:t>Modellierung Knopf</a:t>
            </a:r>
          </a:p>
          <a:p>
            <a:r>
              <a:rPr lang="de-DE" sz="2200" dirty="0">
                <a:solidFill>
                  <a:schemeClr val="bg1"/>
                </a:solidFill>
              </a:rPr>
              <a:t>Beginn Integration API</a:t>
            </a:r>
          </a:p>
          <a:p>
            <a:endParaRPr lang="de-DE" sz="1700" dirty="0">
              <a:solidFill>
                <a:schemeClr val="bg1"/>
              </a:solidFill>
            </a:endParaRPr>
          </a:p>
          <a:p>
            <a:endParaRPr lang="de-DE" sz="1700" dirty="0">
              <a:solidFill>
                <a:schemeClr val="bg1"/>
              </a:solidFill>
            </a:endParaRPr>
          </a:p>
          <a:p>
            <a:endParaRPr lang="de-DE" sz="1700" dirty="0">
              <a:solidFill>
                <a:schemeClr val="bg1"/>
              </a:solidFill>
            </a:endParaRPr>
          </a:p>
          <a:p>
            <a:endParaRPr lang="de-DE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1700" dirty="0">
              <a:solidFill>
                <a:schemeClr val="bg1"/>
              </a:solidFill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3BA947-F90C-984D-4C05-9E399C4D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8158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78A2D5A-CC95-4DFA-8041-E348B25950A2}" type="slidenum">
              <a:rPr lang="en-GB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58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AEBC3-5FD3-667D-3E29-8AD5266C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B1887B7-AB97-8BAB-370C-D60F8739C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D18F54-EF4A-E97C-08F4-90AC0234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Probleme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16BC25-CE0D-0C8E-EEAA-C32EE5CB8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2" y="2718054"/>
            <a:ext cx="6029708" cy="3207258"/>
          </a:xfrm>
        </p:spPr>
        <p:txBody>
          <a:bodyPr anchor="t">
            <a:normAutofit/>
          </a:bodyPr>
          <a:lstStyle/>
          <a:p>
            <a:r>
              <a:rPr lang="de-DE" sz="2200" dirty="0" err="1">
                <a:solidFill>
                  <a:schemeClr val="bg1"/>
                </a:solidFill>
              </a:rPr>
              <a:t>Lieferliste.json</a:t>
            </a:r>
            <a:r>
              <a:rPr lang="de-DE" sz="2200" dirty="0">
                <a:solidFill>
                  <a:schemeClr val="bg1"/>
                </a:solidFill>
              </a:rPr>
              <a:t> angepasst</a:t>
            </a:r>
          </a:p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    Ursprüngliche Formatierung für Use-Case</a:t>
            </a:r>
          </a:p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    unzureichend</a:t>
            </a:r>
          </a:p>
          <a:p>
            <a:r>
              <a:rPr lang="de-DE" sz="2200" dirty="0">
                <a:solidFill>
                  <a:schemeClr val="bg1"/>
                </a:solidFill>
              </a:rPr>
              <a:t>Orderlogik angepasst „</a:t>
            </a:r>
            <a:r>
              <a:rPr lang="de-DE" sz="2200" dirty="0" err="1">
                <a:solidFill>
                  <a:schemeClr val="bg1"/>
                </a:solidFill>
              </a:rPr>
              <a:t>Randomizer</a:t>
            </a:r>
            <a:r>
              <a:rPr lang="de-DE" sz="2200" dirty="0">
                <a:solidFill>
                  <a:schemeClr val="bg1"/>
                </a:solidFill>
              </a:rPr>
              <a:t>-Funktion“</a:t>
            </a:r>
            <a:br>
              <a:rPr lang="de-DE" sz="2200" dirty="0">
                <a:solidFill>
                  <a:schemeClr val="bg1"/>
                </a:solidFill>
              </a:rPr>
            </a:br>
            <a:r>
              <a:rPr lang="de-DE" sz="2200" dirty="0">
                <a:solidFill>
                  <a:schemeClr val="bg1"/>
                </a:solidFill>
              </a:rPr>
              <a:t>umstrukturiert s.o. </a:t>
            </a:r>
          </a:p>
          <a:p>
            <a:endParaRPr lang="de-DE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1700" dirty="0">
              <a:solidFill>
                <a:schemeClr val="bg1"/>
              </a:solidFill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BDD546-A643-E508-9E1E-1FF7C0D7F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891" y="6368527"/>
            <a:ext cx="3053424" cy="35294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78A2D5A-CC95-4DFA-8041-E348B25950A2}" type="slidenum">
              <a:rPr lang="en-GB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46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6E69B9-BFEE-29FA-4021-EFDC091459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A621C9-2340-562E-7A8B-5899B062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15" y="1138917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Zeitliche </a:t>
            </a:r>
            <a:r>
              <a:rPr lang="de-DE" sz="3200" dirty="0" err="1">
                <a:solidFill>
                  <a:schemeClr val="bg1"/>
                </a:solidFill>
              </a:rPr>
              <a:t>abläufe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757325-42CD-353C-D1B1-8D99AF77C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40" y="2692664"/>
            <a:ext cx="4779931" cy="3441586"/>
          </a:xfrm>
        </p:spPr>
        <p:txBody>
          <a:bodyPr anchor="t">
            <a:no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2-3.  Woche Grundsystem </a:t>
            </a:r>
          </a:p>
          <a:p>
            <a:r>
              <a:rPr lang="de-DE" sz="2200" dirty="0">
                <a:solidFill>
                  <a:schemeClr val="bg1"/>
                </a:solidFill>
              </a:rPr>
              <a:t>4-5.  Woche Monitoring einfügen</a:t>
            </a:r>
          </a:p>
          <a:p>
            <a:r>
              <a:rPr lang="de-DE" sz="2200" dirty="0">
                <a:solidFill>
                  <a:schemeClr val="bg1"/>
                </a:solidFill>
              </a:rPr>
              <a:t>5-6.  Woche Tests und Doku</a:t>
            </a:r>
          </a:p>
          <a:p>
            <a:r>
              <a:rPr lang="de-DE" sz="2200" dirty="0">
                <a:solidFill>
                  <a:schemeClr val="bg1"/>
                </a:solidFill>
              </a:rPr>
              <a:t>7-8.  Woche Troubleshooting</a:t>
            </a:r>
          </a:p>
          <a:p>
            <a:r>
              <a:rPr lang="de-DE" sz="2200" dirty="0">
                <a:solidFill>
                  <a:schemeClr val="bg1"/>
                </a:solidFill>
              </a:rPr>
              <a:t>8-9.  Woche Präsentation &amp; Doku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F2C6EC-38B6-EB56-84AE-D9CCC2C2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5170" y="6325927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78A2D5A-CC95-4DFA-8041-E348B25950A2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535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87E833-2388-9523-76A4-ED4481DA0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968599-B311-7E70-B343-D5948F34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Monitoring &amp; Alerts (optional)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34737D-E5BB-C198-61D5-8078D5F8B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Prometheus-Metriken</a:t>
            </a:r>
          </a:p>
          <a:p>
            <a:r>
              <a:rPr lang="en-GB" sz="2200" dirty="0">
                <a:solidFill>
                  <a:schemeClr val="bg1"/>
                </a:solidFill>
              </a:rPr>
              <a:t>Grafana-Dashboard für </a:t>
            </a:r>
            <a:r>
              <a:rPr lang="en-GB" sz="2200" dirty="0" err="1">
                <a:solidFill>
                  <a:schemeClr val="bg1"/>
                </a:solidFill>
              </a:rPr>
              <a:t>Visualisierung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Alerts </a:t>
            </a:r>
            <a:r>
              <a:rPr lang="en-GB" sz="2200" dirty="0" err="1">
                <a:solidFill>
                  <a:schemeClr val="bg1"/>
                </a:solidFill>
              </a:rPr>
              <a:t>bei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Fehlern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oder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Problemen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5C693F-3E61-6E81-373D-77D6B5F5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603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659A0E9-A708-DAD8-AF6A-5A22ECBE4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3BDBB0-9AD4-E673-370C-D5F1062E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Test &amp; Simulation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6E2E42-EF07-DC44-57C8-F9099D2B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331535" cy="3207258"/>
          </a:xfrm>
        </p:spPr>
        <p:txBody>
          <a:bodyPr anchor="t"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Simulation von Bestellungen über API-Call / Hardwarebutton</a:t>
            </a:r>
          </a:p>
          <a:p>
            <a:r>
              <a:rPr lang="de-DE" sz="2200" dirty="0">
                <a:solidFill>
                  <a:schemeClr val="bg1"/>
                </a:solidFill>
              </a:rPr>
              <a:t>Überprüfen der Logs, Metriken und Alerts</a:t>
            </a:r>
          </a:p>
          <a:p>
            <a:r>
              <a:rPr lang="de-DE" sz="2200" dirty="0">
                <a:solidFill>
                  <a:schemeClr val="bg1"/>
                </a:solidFill>
              </a:rPr>
              <a:t>Sicherheitstest: Keine Sensiblen Daten gespeichert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497863-1CDC-14B1-9F8C-FB530685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077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C7D8A11-F6FE-5AD0-D523-4638417F8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7866B7-05D7-7C2E-CDC2-AB3C0229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Ergebnisse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86EAE3-F546-25CC-BD61-BA4764CE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473049" cy="3207258"/>
          </a:xfrm>
        </p:spPr>
        <p:txBody>
          <a:bodyPr anchor="t"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Funktionsfähiger Prototyp: Zufalls-Bestellung per Knopfdruck</a:t>
            </a:r>
          </a:p>
          <a:p>
            <a:r>
              <a:rPr lang="de-DE" sz="2200" dirty="0">
                <a:solidFill>
                  <a:schemeClr val="bg1"/>
                </a:solidFill>
              </a:rPr>
              <a:t>Barzahlung -&gt; einfach &amp; DSGVO-konform</a:t>
            </a:r>
          </a:p>
          <a:p>
            <a:r>
              <a:rPr lang="de-DE" sz="2200" dirty="0">
                <a:solidFill>
                  <a:schemeClr val="bg1"/>
                </a:solidFill>
              </a:rPr>
              <a:t>Nachweis: API-Nutzung, Containerisierung, </a:t>
            </a:r>
            <a:r>
              <a:rPr lang="de-DE" sz="2200" dirty="0" err="1">
                <a:solidFill>
                  <a:schemeClr val="bg1"/>
                </a:solidFill>
              </a:rPr>
              <a:t>DevOps</a:t>
            </a:r>
            <a:r>
              <a:rPr lang="de-DE" sz="2200" dirty="0">
                <a:solidFill>
                  <a:schemeClr val="bg1"/>
                </a:solidFill>
              </a:rPr>
              <a:t>-Best Practice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B67AA3-B00A-4781-AA68-DAEEB820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100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30B9BE5-A1CD-AADC-A7BA-9E11FC382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BCCFB93-EB16-421B-CC59-9EB6C7025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Initiale Arbeitsverteilung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4C033D-1196-26CA-BDDB-600B35DB0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endParaRPr lang="en-GB" sz="17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E1C7E3-E66E-E730-2A05-9AB5A9A8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9532" y="6356349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78A2D5A-CC95-4DFA-8041-E348B25950A2}" type="slidenum">
              <a:rPr lang="en-GB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09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Breitbild</PresentationFormat>
  <Paragraphs>75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</vt:lpstr>
      <vt:lpstr>OneTapFood</vt:lpstr>
      <vt:lpstr>Inhaltsverzeichnis</vt:lpstr>
      <vt:lpstr>Idee und Konzept</vt:lpstr>
      <vt:lpstr>Umsetzung</vt:lpstr>
      <vt:lpstr>Planung   </vt:lpstr>
      <vt:lpstr>Aktueller Stand   </vt:lpstr>
      <vt:lpstr>Probleme</vt:lpstr>
      <vt:lpstr>Zeitliche abläufe</vt:lpstr>
      <vt:lpstr>Monitoring &amp; Alerts (optional)</vt:lpstr>
      <vt:lpstr>Test &amp; Simulation</vt:lpstr>
      <vt:lpstr>Ergebnisse</vt:lpstr>
      <vt:lpstr>Initiale Arbeitsverteilung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Bayer</dc:creator>
  <cp:lastModifiedBy>Eric Bayer</cp:lastModifiedBy>
  <cp:revision>1</cp:revision>
  <dcterms:created xsi:type="dcterms:W3CDTF">2025-09-18T07:56:50Z</dcterms:created>
  <dcterms:modified xsi:type="dcterms:W3CDTF">2025-11-20T09:44:58Z</dcterms:modified>
</cp:coreProperties>
</file>