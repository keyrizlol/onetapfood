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10" r:id="rId1"/>
  </p:sldMasterIdLst>
  <p:sldIdLst>
    <p:sldId id="256" r:id="rId2"/>
    <p:sldId id="257" r:id="rId3"/>
    <p:sldId id="259" r:id="rId4"/>
    <p:sldId id="260" r:id="rId5"/>
    <p:sldId id="261" r:id="rId6"/>
    <p:sldId id="264" r:id="rId7"/>
    <p:sldId id="262" r:id="rId8"/>
    <p:sldId id="263" r:id="rId9"/>
    <p:sldId id="258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144DE22-9FDD-4885-8DE8-17B283B9C36E}" v="4" dt="2025-12-15T10:02:44.79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958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54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microsoft.com/office/2016/11/relationships/changesInfo" Target="changesInfos/changesInfo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Eric Bayer" userId="51e7ea5b-f670-41d2-9bd4-788e43d365dd" providerId="ADAL" clId="{DA007005-2709-4DA7-B1B4-3C2C2F32B7C4}"/>
    <pc:docChg chg="custSel addSld modSld">
      <pc:chgData name="Eric Bayer" userId="51e7ea5b-f670-41d2-9bd4-788e43d365dd" providerId="ADAL" clId="{DA007005-2709-4DA7-B1B4-3C2C2F32B7C4}" dt="2025-12-15T10:02:40.057" v="1299"/>
      <pc:docMkLst>
        <pc:docMk/>
      </pc:docMkLst>
      <pc:sldChg chg="modSp">
        <pc:chgData name="Eric Bayer" userId="51e7ea5b-f670-41d2-9bd4-788e43d365dd" providerId="ADAL" clId="{DA007005-2709-4DA7-B1B4-3C2C2F32B7C4}" dt="2025-12-15T10:02:40.057" v="1299"/>
        <pc:sldMkLst>
          <pc:docMk/>
          <pc:sldMk cId="2726123316" sldId="257"/>
        </pc:sldMkLst>
        <pc:spChg chg="mod">
          <ac:chgData name="Eric Bayer" userId="51e7ea5b-f670-41d2-9bd4-788e43d365dd" providerId="ADAL" clId="{DA007005-2709-4DA7-B1B4-3C2C2F32B7C4}" dt="2025-12-15T10:02:40.057" v="1299"/>
          <ac:spMkLst>
            <pc:docMk/>
            <pc:sldMk cId="2726123316" sldId="257"/>
            <ac:spMk id="3" creationId="{99CF86C9-0F48-E80B-78DA-E5FC3FB622BA}"/>
          </ac:spMkLst>
        </pc:spChg>
      </pc:sldChg>
      <pc:sldChg chg="modSp mod">
        <pc:chgData name="Eric Bayer" userId="51e7ea5b-f670-41d2-9bd4-788e43d365dd" providerId="ADAL" clId="{DA007005-2709-4DA7-B1B4-3C2C2F32B7C4}" dt="2025-12-15T09:36:06.481" v="409" actId="5793"/>
        <pc:sldMkLst>
          <pc:docMk/>
          <pc:sldMk cId="4070813026" sldId="259"/>
        </pc:sldMkLst>
        <pc:spChg chg="mod">
          <ac:chgData name="Eric Bayer" userId="51e7ea5b-f670-41d2-9bd4-788e43d365dd" providerId="ADAL" clId="{DA007005-2709-4DA7-B1B4-3C2C2F32B7C4}" dt="2025-12-15T09:36:06.481" v="409" actId="5793"/>
          <ac:spMkLst>
            <pc:docMk/>
            <pc:sldMk cId="4070813026" sldId="259"/>
            <ac:spMk id="3" creationId="{FBDC4295-03D2-890A-9B9E-4544B96AF7A1}"/>
          </ac:spMkLst>
        </pc:spChg>
      </pc:sldChg>
      <pc:sldChg chg="modSp add mod">
        <pc:chgData name="Eric Bayer" userId="51e7ea5b-f670-41d2-9bd4-788e43d365dd" providerId="ADAL" clId="{DA007005-2709-4DA7-B1B4-3C2C2F32B7C4}" dt="2025-12-15T09:35:12.891" v="405" actId="12"/>
        <pc:sldMkLst>
          <pc:docMk/>
          <pc:sldMk cId="4060041920" sldId="260"/>
        </pc:sldMkLst>
        <pc:spChg chg="mod">
          <ac:chgData name="Eric Bayer" userId="51e7ea5b-f670-41d2-9bd4-788e43d365dd" providerId="ADAL" clId="{DA007005-2709-4DA7-B1B4-3C2C2F32B7C4}" dt="2025-12-15T09:32:12.890" v="129" actId="20577"/>
          <ac:spMkLst>
            <pc:docMk/>
            <pc:sldMk cId="4060041920" sldId="260"/>
            <ac:spMk id="2" creationId="{F31E1F1A-2BA3-9BE2-A16D-C3363A02F458}"/>
          </ac:spMkLst>
        </pc:spChg>
        <pc:spChg chg="mod">
          <ac:chgData name="Eric Bayer" userId="51e7ea5b-f670-41d2-9bd4-788e43d365dd" providerId="ADAL" clId="{DA007005-2709-4DA7-B1B4-3C2C2F32B7C4}" dt="2025-12-15T09:35:12.891" v="405" actId="12"/>
          <ac:spMkLst>
            <pc:docMk/>
            <pc:sldMk cId="4060041920" sldId="260"/>
            <ac:spMk id="3" creationId="{5B648F49-D963-F946-0434-F651B5EAD829}"/>
          </ac:spMkLst>
        </pc:spChg>
      </pc:sldChg>
      <pc:sldChg chg="modSp add mod">
        <pc:chgData name="Eric Bayer" userId="51e7ea5b-f670-41d2-9bd4-788e43d365dd" providerId="ADAL" clId="{DA007005-2709-4DA7-B1B4-3C2C2F32B7C4}" dt="2025-12-15T09:59:05.757" v="1296" actId="5793"/>
        <pc:sldMkLst>
          <pc:docMk/>
          <pc:sldMk cId="1237084340" sldId="261"/>
        </pc:sldMkLst>
        <pc:spChg chg="mod">
          <ac:chgData name="Eric Bayer" userId="51e7ea5b-f670-41d2-9bd4-788e43d365dd" providerId="ADAL" clId="{DA007005-2709-4DA7-B1B4-3C2C2F32B7C4}" dt="2025-12-15T09:37:54.926" v="441" actId="20577"/>
          <ac:spMkLst>
            <pc:docMk/>
            <pc:sldMk cId="1237084340" sldId="261"/>
            <ac:spMk id="2" creationId="{0EAFDE06-5E41-DC12-3FDC-EB5CCE74C4EE}"/>
          </ac:spMkLst>
        </pc:spChg>
        <pc:spChg chg="mod">
          <ac:chgData name="Eric Bayer" userId="51e7ea5b-f670-41d2-9bd4-788e43d365dd" providerId="ADAL" clId="{DA007005-2709-4DA7-B1B4-3C2C2F32B7C4}" dt="2025-12-15T09:59:05.757" v="1296" actId="5793"/>
          <ac:spMkLst>
            <pc:docMk/>
            <pc:sldMk cId="1237084340" sldId="261"/>
            <ac:spMk id="3" creationId="{78A72446-2F6F-958B-26C4-E332B0E17D41}"/>
          </ac:spMkLst>
        </pc:spChg>
      </pc:sldChg>
      <pc:sldChg chg="delSp modSp add mod">
        <pc:chgData name="Eric Bayer" userId="51e7ea5b-f670-41d2-9bd4-788e43d365dd" providerId="ADAL" clId="{DA007005-2709-4DA7-B1B4-3C2C2F32B7C4}" dt="2025-12-15T09:59:12.799" v="1298" actId="5793"/>
        <pc:sldMkLst>
          <pc:docMk/>
          <pc:sldMk cId="1513651146" sldId="262"/>
        </pc:sldMkLst>
        <pc:spChg chg="del">
          <ac:chgData name="Eric Bayer" userId="51e7ea5b-f670-41d2-9bd4-788e43d365dd" providerId="ADAL" clId="{DA007005-2709-4DA7-B1B4-3C2C2F32B7C4}" dt="2025-12-15T09:50:50.838" v="984" actId="478"/>
          <ac:spMkLst>
            <pc:docMk/>
            <pc:sldMk cId="1513651146" sldId="262"/>
            <ac:spMk id="2" creationId="{EEC3E09A-CCC1-8AAC-4807-C1E10A2ADDC0}"/>
          </ac:spMkLst>
        </pc:spChg>
        <pc:spChg chg="mod">
          <ac:chgData name="Eric Bayer" userId="51e7ea5b-f670-41d2-9bd4-788e43d365dd" providerId="ADAL" clId="{DA007005-2709-4DA7-B1B4-3C2C2F32B7C4}" dt="2025-12-15T09:59:12.799" v="1298" actId="5793"/>
          <ac:spMkLst>
            <pc:docMk/>
            <pc:sldMk cId="1513651146" sldId="262"/>
            <ac:spMk id="3" creationId="{041E2D0A-9665-2831-D9D5-BEEE2C0EA4CF}"/>
          </ac:spMkLst>
        </pc:spChg>
      </pc:sldChg>
      <pc:sldChg chg="add">
        <pc:chgData name="Eric Bayer" userId="51e7ea5b-f670-41d2-9bd4-788e43d365dd" providerId="ADAL" clId="{DA007005-2709-4DA7-B1B4-3C2C2F32B7C4}" dt="2025-12-15T09:31:41.306" v="109" actId="2890"/>
        <pc:sldMkLst>
          <pc:docMk/>
          <pc:sldMk cId="1801089664" sldId="263"/>
        </pc:sldMkLst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: Shape 6">
            <a:extLst>
              <a:ext uri="{FF2B5EF4-FFF2-40B4-BE49-F238E27FC236}">
                <a16:creationId xmlns:a16="http://schemas.microsoft.com/office/drawing/2014/main" id="{EA67E988-5919-57BB-C7DE-D3EAD38A30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17870" y="6209925"/>
            <a:ext cx="11155680" cy="45719"/>
          </a:xfrm>
          <a:custGeom>
            <a:avLst/>
            <a:gdLst>
              <a:gd name="connsiteX0" fmla="*/ 0 w 8715708"/>
              <a:gd name="connsiteY0" fmla="*/ 0 h 45719"/>
              <a:gd name="connsiteX1" fmla="*/ 3694525 w 8715708"/>
              <a:gd name="connsiteY1" fmla="*/ 0 h 45719"/>
              <a:gd name="connsiteX2" fmla="*/ 5021183 w 8715708"/>
              <a:gd name="connsiteY2" fmla="*/ 0 h 45719"/>
              <a:gd name="connsiteX3" fmla="*/ 8715708 w 8715708"/>
              <a:gd name="connsiteY3" fmla="*/ 0 h 45719"/>
              <a:gd name="connsiteX4" fmla="*/ 8715708 w 8715708"/>
              <a:gd name="connsiteY4" fmla="*/ 45719 h 45719"/>
              <a:gd name="connsiteX5" fmla="*/ 5021183 w 8715708"/>
              <a:gd name="connsiteY5" fmla="*/ 45719 h 45719"/>
              <a:gd name="connsiteX6" fmla="*/ 3694525 w 8715708"/>
              <a:gd name="connsiteY6" fmla="*/ 45719 h 45719"/>
              <a:gd name="connsiteX7" fmla="*/ 0 w 8715708"/>
              <a:gd name="connsiteY7" fmla="*/ 45719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8715708" h="45719">
                <a:moveTo>
                  <a:pt x="0" y="0"/>
                </a:moveTo>
                <a:lnTo>
                  <a:pt x="3694525" y="0"/>
                </a:lnTo>
                <a:lnTo>
                  <a:pt x="5021183" y="0"/>
                </a:lnTo>
                <a:lnTo>
                  <a:pt x="8715708" y="0"/>
                </a:lnTo>
                <a:lnTo>
                  <a:pt x="8715708" y="45719"/>
                </a:lnTo>
                <a:lnTo>
                  <a:pt x="5021183" y="45719"/>
                </a:lnTo>
                <a:lnTo>
                  <a:pt x="3694525" y="45719"/>
                </a:lnTo>
                <a:lnTo>
                  <a:pt x="0" y="4571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B2327B2-BA4B-2C04-0751-5CB63D4AA42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1208" y="978408"/>
            <a:ext cx="11155680" cy="3429000"/>
          </a:xfrm>
        </p:spPr>
        <p:txBody>
          <a:bodyPr anchor="t">
            <a:normAutofit/>
          </a:bodyPr>
          <a:lstStyle>
            <a:lvl1pPr algn="l">
              <a:defRPr sz="7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7201176-DC7A-4C3D-3D8F-352526DA7B5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21208" y="4480560"/>
            <a:ext cx="7104888" cy="1399032"/>
          </a:xfrm>
        </p:spPr>
        <p:txBody>
          <a:bodyPr anchor="b">
            <a:normAutofit/>
          </a:bodyPr>
          <a:lstStyle>
            <a:lvl1pPr marL="0" indent="0" algn="l">
              <a:buNone/>
              <a:defRPr sz="2200" i="1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7DC221-9A2E-7459-102F-C3CFB27CC3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12/17/2025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020671-6F7D-3A03-EEC1-661A87F96F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453D3A-E0F9-8386-2A6C-96671FBB15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979077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A26D03-149A-DAB3-4B2A-E9B74F2E25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C1E73D-41A7-9934-0990-9208B95232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BB2A3F-E719-673C-5D56-F663712D0E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12/17/2025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AE594A-52F5-D85E-343C-ADFEE3C72E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7D5C9C-B2E2-FC26-E459-9E880EF975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47017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29D51F-B2D5-2804-4F7C-C99850FBD0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5020056" cy="4288536"/>
          </a:xfrm>
        </p:spPr>
        <p:txBody>
          <a:bodyPr anchor="t">
            <a:normAutofit/>
          </a:bodyPr>
          <a:lstStyle>
            <a:lvl1pPr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5FE5516-03B6-C488-EB4A-68AE681EDFB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1208" y="5266944"/>
            <a:ext cx="5020056" cy="1088136"/>
          </a:xfrm>
        </p:spPr>
        <p:txBody>
          <a:bodyPr anchor="b">
            <a:normAutofit/>
          </a:bodyPr>
          <a:lstStyle>
            <a:lvl1pPr marL="0" indent="0">
              <a:buNone/>
              <a:defRPr sz="2200" i="1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ECB4D7-49A7-D050-70B9-11A1E2D445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12/17/2025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9A913F-AD00-C1EE-B01A-8590671C01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4FC386-B2AF-6FAD-D053-E22D48CD72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‹Nr.›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E1E1B67-3BFF-F04B-52F4-7E724FB3B24D}"/>
              </a:ext>
            </a:extLst>
          </p:cNvPr>
          <p:cNvSpPr/>
          <p:nvPr/>
        </p:nvSpPr>
        <p:spPr>
          <a:xfrm>
            <a:off x="517870" y="508090"/>
            <a:ext cx="5021183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11031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CE3B21-CF4D-1B01-0F4E-D32C1B218B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B39FF2-6858-B514-B695-58442557D0C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21208" y="2578608"/>
            <a:ext cx="5166360" cy="37673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FA30130-974D-B91D-5B93-EC52AABDB5B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519672" y="2578608"/>
            <a:ext cx="5166360" cy="37673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15BED99-6FD7-9C6B-1152-A6E42715BB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12/17/2025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A253AAC-5967-2565-A715-82D3505ABF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4B51313-69FB-E016-3CC1-62CA476ED2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71527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B3DF9D-B849-CE37-97E4-AD37F88067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64824" cy="121615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9D4C626-4008-960A-E601-6AA9F4BB8D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1208" y="2340864"/>
            <a:ext cx="5166360" cy="658368"/>
          </a:xfrm>
        </p:spPr>
        <p:txBody>
          <a:bodyPr anchor="b">
            <a:normAutofit/>
          </a:bodyPr>
          <a:lstStyle>
            <a:lvl1pPr marL="0" indent="0">
              <a:buNone/>
              <a:defRPr sz="2200" b="0" i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06E8D6C-AC07-ED6B-2EA8-9C40A5AEA74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21208" y="3035808"/>
            <a:ext cx="5166360" cy="331012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C52617E-C6D9-246B-E7B7-8159DF17C0A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519672" y="2340864"/>
            <a:ext cx="5166360" cy="658368"/>
          </a:xfrm>
        </p:spPr>
        <p:txBody>
          <a:bodyPr anchor="b">
            <a:normAutofit/>
          </a:bodyPr>
          <a:lstStyle>
            <a:lvl1pPr marL="0" indent="0">
              <a:buNone/>
              <a:defRPr sz="2200" b="0" i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DBC2094-7EBC-02C5-5AB5-233E63080A9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519672" y="3035808"/>
            <a:ext cx="5166360" cy="331012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3010BD2-59B4-FD2E-3C5E-C83AE60039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12/17/2025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72B35C4-A654-7759-BDA0-94D9D1A216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55F4347-2EC0-CA6E-2637-8048456D7E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13192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34716D-52F2-C7FB-83B1-2DA1AD375E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6F4A371-AC27-6A28-32E6-74A28371BF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12/17/2025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155941A-A24E-885D-E894-0326F4C400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9D5E5B4-971F-FF6A-1B07-A5C8537055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15035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99F431F-E6DC-4137-3092-A30A0A3628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12/17/2025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6AC814B-67B4-C70F-FA51-6205D5E2CB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EAA9C9-D895-DD20-1089-EA75EA4289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53550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B50562-884C-9053-70C1-3B72A0B45E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5020056" cy="2459736"/>
          </a:xfrm>
        </p:spPr>
        <p:txBody>
          <a:bodyPr anchor="t">
            <a:noAutofit/>
          </a:bodyPr>
          <a:lstStyle>
            <a:lvl1pPr>
              <a:defRPr sz="4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18F509-68F0-39D5-1A8B-CE246715AE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19672" y="987424"/>
            <a:ext cx="5166360" cy="5358384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158E37C-27CE-3A84-FC74-BDCCD8A9A3E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21208" y="3575304"/>
            <a:ext cx="5020056" cy="2770632"/>
          </a:xfrm>
        </p:spPr>
        <p:txBody>
          <a:bodyPr>
            <a:normAutofit/>
          </a:bodyPr>
          <a:lstStyle>
            <a:lvl1pPr marL="0" indent="0">
              <a:buNone/>
              <a:defRPr sz="2200" i="1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2A95F79-E23E-11D2-40BF-66ED340195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12/17/2025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57F7FC-06F3-3D89-5D1A-4EC4B1D735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554ACD5-6E0B-5713-DC9A-41E9D62AB1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20695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5B2D45-7CDB-D38C-2AAE-273F797674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5020056" cy="2459736"/>
          </a:xfrm>
        </p:spPr>
        <p:txBody>
          <a:bodyPr anchor="t">
            <a:noAutofit/>
          </a:bodyPr>
          <a:lstStyle>
            <a:lvl1pPr>
              <a:defRPr sz="4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CBF0855-1744-56E4-B115-3A3C5EA7834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6519672" y="987424"/>
            <a:ext cx="5166360" cy="5358384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85E8A1D-28AE-4A19-BD96-401D4822A53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21208" y="3575304"/>
            <a:ext cx="5020056" cy="2770632"/>
          </a:xfrm>
        </p:spPr>
        <p:txBody>
          <a:bodyPr>
            <a:normAutofit/>
          </a:bodyPr>
          <a:lstStyle>
            <a:lvl1pPr marL="0" indent="0">
              <a:buNone/>
              <a:defRPr sz="2200" i="1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7327DDB-CE95-4C89-DFC5-7DDBFC24E8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12/17/2025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522C835-F3B5-943C-FFC4-D5BA9666AF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8709891-6E3C-ADED-01DD-15FCED37AF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070249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C36771-E72D-FAD8-771E-3E196DD2E1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B5BB827-257D-60D9-792F-E6959004297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E5D2E7-C856-F78A-E88C-375474982A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12/17/2025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DAB289-9591-51C9-9E3C-B6F2ACC6A6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FE037C-790D-7442-8E43-D2740B3952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55580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2635151-A38B-3766-6A32-FF1DF7687D9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659368" y="978408"/>
            <a:ext cx="2551176" cy="5367528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3D132D1-640C-FB9A-AD6F-D845738349F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21208" y="978408"/>
            <a:ext cx="8010144" cy="5367528"/>
          </a:xfrm>
        </p:spPr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55F80A-4BA7-8ED8-9A62-B921942726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12/17/2025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5E38113-D55A-A1A0-D1FE-53C95860FB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919DDB-F89D-4B2D-21A2-82AF1D1023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‹Nr.›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62572D8-D485-1DB1-34B1-C35C61C89940}"/>
              </a:ext>
            </a:extLst>
          </p:cNvPr>
          <p:cNvSpPr/>
          <p:nvPr/>
        </p:nvSpPr>
        <p:spPr>
          <a:xfrm rot="5400000">
            <a:off x="8936623" y="3585018"/>
            <a:ext cx="5325734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67823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31A28D7-6581-4956-AAE3-9104804DF5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146304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3CFCCA4-57A4-08A1-FC45-D2BBA66FAB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1208" y="2578608"/>
            <a:ext cx="11155680" cy="37673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FAA0F4-2442-8D45-3C3D-1B8F55C8683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21208" y="6419088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E80C50CD-E178-4744-9B35-B2F624D6C5E9}" type="datetimeFigureOut">
              <a:rPr lang="en-US" smtClean="0"/>
              <a:pPr/>
              <a:t>12/17/2025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03785E-FB42-1D54-92AC-D0A61A8FABD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21208" y="100584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C9CF34-1274-DB45-4809-90E5D244A9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57432" y="6419088"/>
            <a:ext cx="64008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148CC95F-0247-41B6-91CF-DC97C76A7088}" type="slidenum">
              <a:rPr lang="en-US" smtClean="0"/>
              <a:pPr/>
              <a:t>‹Nr.›</a:t>
            </a:fld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774A975B-A886-5202-0489-6965514A0D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17869" y="508090"/>
            <a:ext cx="11153214" cy="149279"/>
          </a:xfrm>
          <a:custGeom>
            <a:avLst/>
            <a:gdLst>
              <a:gd name="connsiteX0" fmla="*/ 0 w 8085002"/>
              <a:gd name="connsiteY0" fmla="*/ 0 h 149279"/>
              <a:gd name="connsiteX1" fmla="*/ 8085002 w 8085002"/>
              <a:gd name="connsiteY1" fmla="*/ 0 h 149279"/>
              <a:gd name="connsiteX2" fmla="*/ 8085002 w 8085002"/>
              <a:gd name="connsiteY2" fmla="*/ 149279 h 149279"/>
              <a:gd name="connsiteX3" fmla="*/ 0 w 8085002"/>
              <a:gd name="connsiteY3" fmla="*/ 149279 h 1492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085002" h="149279">
                <a:moveTo>
                  <a:pt x="0" y="0"/>
                </a:moveTo>
                <a:lnTo>
                  <a:pt x="8085002" y="0"/>
                </a:lnTo>
                <a:lnTo>
                  <a:pt x="8085002" y="149279"/>
                </a:lnTo>
                <a:lnTo>
                  <a:pt x="0" y="14927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00347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5" r:id="rId1"/>
    <p:sldLayoutId id="2147483706" r:id="rId2"/>
    <p:sldLayoutId id="2147483707" r:id="rId3"/>
    <p:sldLayoutId id="2147483708" r:id="rId4"/>
    <p:sldLayoutId id="2147483709" r:id="rId5"/>
    <p:sldLayoutId id="2147483703" r:id="rId6"/>
    <p:sldLayoutId id="2147483699" r:id="rId7"/>
    <p:sldLayoutId id="2147483700" r:id="rId8"/>
    <p:sldLayoutId id="2147483701" r:id="rId9"/>
    <p:sldLayoutId id="2147483702" r:id="rId10"/>
    <p:sldLayoutId id="2147483704" r:id="rId11"/>
  </p:sldLayoutIdLst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6" name="Rectangle 15">
            <a:extLst>
              <a:ext uri="{FF2B5EF4-FFF2-40B4-BE49-F238E27FC236}">
                <a16:creationId xmlns:a16="http://schemas.microsoft.com/office/drawing/2014/main" id="{33E93247-6229-44AB-A550-739E971E6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Bierstadt"/>
              <a:ea typeface="+mn-ea"/>
              <a:cs typeface="+mn-cs"/>
            </a:endParaRPr>
          </a:p>
        </p:txBody>
      </p:sp>
      <p:pic>
        <p:nvPicPr>
          <p:cNvPr id="4" name="Picture 3" descr="Nahaufnahme eines Kettenglieds">
            <a:extLst>
              <a:ext uri="{FF2B5EF4-FFF2-40B4-BE49-F238E27FC236}">
                <a16:creationId xmlns:a16="http://schemas.microsoft.com/office/drawing/2014/main" id="{A271571A-5B38-7BF4-73C4-B06DD4A4DDF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091" t="6669" b="16723"/>
          <a:stretch>
            <a:fillRect/>
          </a:stretch>
        </p:blipFill>
        <p:spPr>
          <a:xfrm>
            <a:off x="20" y="10"/>
            <a:ext cx="12191979" cy="6857990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AAB476BF-4EE2-5243-CABB-6CC72C39BF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5507179" y="173181"/>
            <a:ext cx="6858002" cy="6511640"/>
          </a:xfrm>
          <a:prstGeom prst="rect">
            <a:avLst/>
          </a:prstGeom>
          <a:gradFill>
            <a:gsLst>
              <a:gs pos="0">
                <a:schemeClr val="bg1">
                  <a:alpha val="0"/>
                </a:schemeClr>
              </a:gs>
              <a:gs pos="46000">
                <a:schemeClr val="bg1">
                  <a:alpha val="30000"/>
                </a:schemeClr>
              </a:gs>
              <a:gs pos="26000">
                <a:schemeClr val="bg1">
                  <a:alpha val="17000"/>
                </a:schemeClr>
              </a:gs>
              <a:gs pos="100000">
                <a:schemeClr val="bg1">
                  <a:alpha val="45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Neue Haas Grotesk Text Pro"/>
              <a:ea typeface="+mn-ea"/>
              <a:cs typeface="+mn-cs"/>
            </a:endParaRP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C554FCA3-D9DA-1145-65E1-D67B91CE4AA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306780" y="978409"/>
            <a:ext cx="4496529" cy="3678268"/>
          </a:xfrm>
        </p:spPr>
        <p:txBody>
          <a:bodyPr anchor="t">
            <a:normAutofit/>
          </a:bodyPr>
          <a:lstStyle/>
          <a:p>
            <a:pPr>
              <a:lnSpc>
                <a:spcPct val="90000"/>
              </a:lnSpc>
            </a:pPr>
            <a:r>
              <a:rPr lang="de-DE" sz="5100" dirty="0"/>
              <a:t>Der TP-Link ER706W </a:t>
            </a:r>
            <a:br>
              <a:rPr lang="de-DE" sz="5100" dirty="0"/>
            </a:br>
            <a:r>
              <a:rPr lang="de-DE" sz="5100" dirty="0"/>
              <a:t>und was er für sie tun kann</a:t>
            </a:r>
            <a:endParaRPr lang="en-GB" sz="5100" dirty="0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EC832D76-48C2-E523-96C4-271AF5BEF9F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303288" y="4729138"/>
            <a:ext cx="4488812" cy="1150453"/>
          </a:xfrm>
        </p:spPr>
        <p:txBody>
          <a:bodyPr anchor="b">
            <a:normAutofit/>
          </a:bodyPr>
          <a:lstStyle/>
          <a:p>
            <a:r>
              <a:rPr lang="de-DE"/>
              <a:t>Eric Bayer, Niklas Quandel, Leander Tholen</a:t>
            </a:r>
            <a:endParaRPr lang="en-GB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20D28EA4-6F96-F7C6-1D07-5BA5C27387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306781" y="508090"/>
            <a:ext cx="4492754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Bierstadt"/>
              <a:ea typeface="+mn-ea"/>
              <a:cs typeface="+mn-cs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DFF93C5-0576-D227-80A7-4CFBA8791A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310119" y="6209925"/>
            <a:ext cx="4492754" cy="4571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Bierstad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54995241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9000" b="-9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292D360-BDA5-4B3B-6FC2-5421907587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de-DE" dirty="0">
                <a:solidFill>
                  <a:schemeClr val="bg2"/>
                </a:solidFill>
              </a:rPr>
              <a:t>Technische Eigenschaften &amp; Leistung</a:t>
            </a:r>
            <a:endParaRPr lang="en-GB" dirty="0">
              <a:solidFill>
                <a:schemeClr val="bg2"/>
              </a:solidFill>
            </a:endParaRP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9CF86C9-0F48-E80B-78DA-E5FC3FB622BA}"/>
              </a:ext>
            </a:extLst>
          </p:cNvPr>
          <p:cNvSpPr>
            <a:spLocks noGrp="1"/>
          </p:cNvSpPr>
          <p:nvPr>
            <p:ph idx="1"/>
          </p:nvPr>
        </p:nvSpPr>
        <p:spPr>
          <a:noFill/>
        </p:spPr>
        <p:txBody>
          <a:bodyPr/>
          <a:lstStyle/>
          <a:p>
            <a:r>
              <a:rPr lang="de-DE" sz="2400" dirty="0">
                <a:solidFill>
                  <a:schemeClr val="bg2"/>
                </a:solidFill>
              </a:rPr>
              <a:t>-Wi-Fi 6 (802.11ax) + rückwärtskompatibel mit älteren Standards</a:t>
            </a:r>
          </a:p>
          <a:p>
            <a:r>
              <a:rPr lang="de-DE" sz="2400" dirty="0">
                <a:solidFill>
                  <a:schemeClr val="bg2"/>
                </a:solidFill>
              </a:rPr>
              <a:t>Bis zu 570 </a:t>
            </a:r>
            <a:r>
              <a:rPr lang="de-DE" sz="2400" dirty="0" err="1">
                <a:solidFill>
                  <a:schemeClr val="bg2"/>
                </a:solidFill>
              </a:rPr>
              <a:t>MBps</a:t>
            </a:r>
            <a:r>
              <a:rPr lang="de-DE" sz="2400" dirty="0">
                <a:solidFill>
                  <a:schemeClr val="bg2"/>
                </a:solidFill>
              </a:rPr>
              <a:t> im 2,4-GHz-Band 2402 </a:t>
            </a:r>
            <a:r>
              <a:rPr lang="de-DE" sz="2400" dirty="0" err="1">
                <a:solidFill>
                  <a:schemeClr val="bg2"/>
                </a:solidFill>
              </a:rPr>
              <a:t>MBps</a:t>
            </a:r>
            <a:r>
              <a:rPr lang="de-DE" sz="2400" dirty="0">
                <a:solidFill>
                  <a:schemeClr val="bg2"/>
                </a:solidFill>
              </a:rPr>
              <a:t> im 5-GHz-Band</a:t>
            </a:r>
          </a:p>
          <a:p>
            <a:r>
              <a:rPr lang="de-DE" sz="2400" dirty="0">
                <a:solidFill>
                  <a:schemeClr val="bg2"/>
                </a:solidFill>
              </a:rPr>
              <a:t>Mehrere Gigabit-RJ45-Ports + ein SFP-Port (ermöglicht den Einsatz von „klassischem“ Ethernet-Anschlüsse als auch Glasfaser-Option möglich.</a:t>
            </a:r>
          </a:p>
          <a:p>
            <a:r>
              <a:rPr lang="de-DE" sz="2400" dirty="0">
                <a:solidFill>
                  <a:schemeClr val="bg2"/>
                </a:solidFill>
              </a:rPr>
              <a:t>USB-Port – für die Verwendung von z.B.: USB-LTE-Modems oder Speichermedien</a:t>
            </a:r>
          </a:p>
          <a:p>
            <a:r>
              <a:rPr lang="de-DE" sz="2400" dirty="0">
                <a:solidFill>
                  <a:schemeClr val="bg2"/>
                </a:solidFill>
              </a:rPr>
              <a:t>512 MB RAM (DDR4) und 128 MB Flash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72612331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9000" b="-9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62E2471-EEFB-D9E0-96BC-D1D4610DD9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96F4CAB-2187-BAD9-655E-A5D15E7E79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de-DE" dirty="0">
                <a:solidFill>
                  <a:schemeClr val="bg2"/>
                </a:solidFill>
              </a:rPr>
              <a:t>Netzwerk- und Sicherheitsfunktionen</a:t>
            </a:r>
            <a:endParaRPr lang="en-GB" dirty="0">
              <a:solidFill>
                <a:schemeClr val="bg2"/>
              </a:solidFill>
            </a:endParaRP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BDC4295-03D2-890A-9B9E-4544B96AF7A1}"/>
              </a:ext>
            </a:extLst>
          </p:cNvPr>
          <p:cNvSpPr>
            <a:spLocks noGrp="1"/>
          </p:cNvSpPr>
          <p:nvPr>
            <p:ph idx="1"/>
          </p:nvPr>
        </p:nvSpPr>
        <p:spPr>
          <a:noFill/>
        </p:spPr>
        <p:txBody>
          <a:bodyPr/>
          <a:lstStyle/>
          <a:p>
            <a:r>
              <a:rPr lang="de-DE" dirty="0">
                <a:solidFill>
                  <a:schemeClr val="bg1"/>
                </a:solidFill>
              </a:rPr>
              <a:t>Unterstützt viele VPN-Protokolle (z.B. IPSec, OpenVPN, PPTP, L2TP) – gut für Remote-Zugriff – VPN</a:t>
            </a:r>
          </a:p>
          <a:p>
            <a:pPr marL="0" indent="0">
              <a:buNone/>
            </a:pPr>
            <a:endParaRPr lang="de-DE" dirty="0">
              <a:solidFill>
                <a:schemeClr val="bg1"/>
              </a:solidFill>
            </a:endParaRPr>
          </a:p>
          <a:p>
            <a:r>
              <a:rPr lang="de-DE" dirty="0">
                <a:solidFill>
                  <a:schemeClr val="bg1"/>
                </a:solidFill>
              </a:rPr>
              <a:t>Firewall, NAT, Zugriffskontrollen (IP/MAC/URL-Filter), Gastzugang und weitere Sicherheitsfunktionen</a:t>
            </a:r>
          </a:p>
          <a:p>
            <a:pPr marL="0" indent="0">
              <a:buNone/>
            </a:pPr>
            <a:endParaRPr lang="de-DE" dirty="0">
              <a:solidFill>
                <a:schemeClr val="bg1"/>
              </a:solidFill>
            </a:endParaRPr>
          </a:p>
          <a:p>
            <a:r>
              <a:rPr lang="de-DE" dirty="0">
                <a:solidFill>
                  <a:schemeClr val="bg1"/>
                </a:solidFill>
              </a:rPr>
              <a:t>Unterstützt Netzwerkmanagement über Web-Interface oder über die App des TP-Link-Ökosystems</a:t>
            </a:r>
          </a:p>
        </p:txBody>
      </p:sp>
    </p:spTree>
    <p:extLst>
      <p:ext uri="{BB962C8B-B14F-4D97-AF65-F5344CB8AC3E}">
        <p14:creationId xmlns:p14="http://schemas.microsoft.com/office/powerpoint/2010/main" val="40708130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9000" b="-9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6BC4E0A-CC1B-5187-0237-FB146EB60E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31E1F1A-2BA3-9BE2-A16D-C3363A02F4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de-DE" dirty="0">
                <a:solidFill>
                  <a:schemeClr val="bg2"/>
                </a:solidFill>
              </a:rPr>
              <a:t>Einsatzbereiche</a:t>
            </a:r>
            <a:br>
              <a:rPr lang="de-DE" dirty="0">
                <a:solidFill>
                  <a:schemeClr val="bg2"/>
                </a:solidFill>
              </a:rPr>
            </a:br>
            <a:endParaRPr lang="en-GB" dirty="0">
              <a:solidFill>
                <a:schemeClr val="bg2"/>
              </a:solidFill>
            </a:endParaRP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B648F49-D963-F946-0434-F651B5EAD829}"/>
              </a:ext>
            </a:extLst>
          </p:cNvPr>
          <p:cNvSpPr>
            <a:spLocks noGrp="1"/>
          </p:cNvSpPr>
          <p:nvPr>
            <p:ph idx="1"/>
          </p:nvPr>
        </p:nvSpPr>
        <p:spPr>
          <a:noFill/>
        </p:spPr>
        <p:txBody>
          <a:bodyPr/>
          <a:lstStyle/>
          <a:p>
            <a:r>
              <a:rPr lang="de-DE" dirty="0">
                <a:solidFill>
                  <a:schemeClr val="bg1"/>
                </a:solidFill>
              </a:rPr>
              <a:t>Kleinunternehmen / Home-Office / Remote-Working</a:t>
            </a:r>
          </a:p>
          <a:p>
            <a:pPr marL="0" indent="0">
              <a:buNone/>
            </a:pPr>
            <a:r>
              <a:rPr lang="de-DE" dirty="0">
                <a:solidFill>
                  <a:schemeClr val="bg1"/>
                </a:solidFill>
              </a:rPr>
              <a:t>		-VPN, Sicherheit, umfangreiche Verwaltungsoptionen</a:t>
            </a:r>
          </a:p>
          <a:p>
            <a:r>
              <a:rPr lang="de-DE" dirty="0">
                <a:solidFill>
                  <a:schemeClr val="bg1"/>
                </a:solidFill>
              </a:rPr>
              <a:t>Netzwerke mit vielen Clients</a:t>
            </a:r>
          </a:p>
          <a:p>
            <a:pPr marL="0" indent="0">
              <a:buNone/>
            </a:pPr>
            <a:r>
              <a:rPr lang="de-DE" dirty="0">
                <a:solidFill>
                  <a:schemeClr val="bg1"/>
                </a:solidFill>
              </a:rPr>
              <a:t>		-Dual-Band WLAN + starke Bandbreite, Gigabit-Ports</a:t>
            </a:r>
          </a:p>
          <a:p>
            <a:endParaRPr lang="de-DE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6004192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9000" b="-9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1C2C5F3-E196-FAFE-48A2-0AA7EB7A3E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EAFDE06-5E41-DC12-3FDC-EB5CCE74C4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de-DE" dirty="0">
                <a:solidFill>
                  <a:schemeClr val="bg2"/>
                </a:solidFill>
              </a:rPr>
              <a:t>Firewall / Sicherheitsfunktionen</a:t>
            </a:r>
            <a:endParaRPr lang="en-GB" dirty="0">
              <a:solidFill>
                <a:schemeClr val="bg2"/>
              </a:solidFill>
            </a:endParaRP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8A72446-2F6F-958B-26C4-E332B0E17D4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208" y="1867408"/>
            <a:ext cx="11149584" cy="4654042"/>
          </a:xfrm>
          <a:noFill/>
        </p:spPr>
        <p:txBody>
          <a:bodyPr>
            <a:normAutofit fontScale="92500" lnSpcReduction="10000"/>
          </a:bodyPr>
          <a:lstStyle/>
          <a:p>
            <a:r>
              <a:rPr lang="de-DE" dirty="0" err="1">
                <a:solidFill>
                  <a:schemeClr val="bg1"/>
                </a:solidFill>
              </a:rPr>
              <a:t>Advanced</a:t>
            </a:r>
            <a:r>
              <a:rPr lang="de-DE" dirty="0">
                <a:solidFill>
                  <a:schemeClr val="bg1"/>
                </a:solidFill>
              </a:rPr>
              <a:t> </a:t>
            </a:r>
            <a:r>
              <a:rPr lang="de-DE" dirty="0" err="1">
                <a:solidFill>
                  <a:schemeClr val="bg1"/>
                </a:solidFill>
              </a:rPr>
              <a:t>firewall</a:t>
            </a:r>
            <a:r>
              <a:rPr lang="de-DE" dirty="0">
                <a:solidFill>
                  <a:schemeClr val="bg1"/>
                </a:solidFill>
              </a:rPr>
              <a:t> </a:t>
            </a:r>
            <a:r>
              <a:rPr lang="de-DE" dirty="0" err="1">
                <a:solidFill>
                  <a:schemeClr val="bg1"/>
                </a:solidFill>
              </a:rPr>
              <a:t>policies</a:t>
            </a:r>
            <a:endParaRPr lang="de-DE" dirty="0">
              <a:solidFill>
                <a:schemeClr val="bg1"/>
              </a:solidFill>
            </a:endParaRPr>
          </a:p>
          <a:p>
            <a:pPr marL="0" indent="0">
              <a:buNone/>
            </a:pPr>
            <a:r>
              <a:rPr lang="de-DE" dirty="0">
                <a:solidFill>
                  <a:schemeClr val="bg1"/>
                </a:solidFill>
              </a:rPr>
              <a:t>		- Regeln zum definieren, welche Art Traffic erlaubt ist z.B. nach Quelle, Ziel, Port</a:t>
            </a:r>
          </a:p>
          <a:p>
            <a:r>
              <a:rPr lang="de-DE" dirty="0" err="1">
                <a:solidFill>
                  <a:schemeClr val="bg1"/>
                </a:solidFill>
              </a:rPr>
              <a:t>DoS</a:t>
            </a:r>
            <a:r>
              <a:rPr lang="de-DE" dirty="0">
                <a:solidFill>
                  <a:schemeClr val="bg1"/>
                </a:solidFill>
              </a:rPr>
              <a:t> Defense </a:t>
            </a:r>
          </a:p>
          <a:p>
            <a:pPr marL="0" indent="0">
              <a:buNone/>
            </a:pPr>
            <a:r>
              <a:rPr lang="de-DE" dirty="0">
                <a:solidFill>
                  <a:schemeClr val="bg1"/>
                </a:solidFill>
              </a:rPr>
              <a:t>		-Erkennt und blockiert gängige </a:t>
            </a:r>
            <a:r>
              <a:rPr lang="de-DE" dirty="0" err="1">
                <a:solidFill>
                  <a:schemeClr val="bg1"/>
                </a:solidFill>
              </a:rPr>
              <a:t>DoS</a:t>
            </a:r>
            <a:r>
              <a:rPr lang="de-DE" dirty="0">
                <a:solidFill>
                  <a:schemeClr val="bg1"/>
                </a:solidFill>
              </a:rPr>
              <a:t>-/Flood-Attacken (TCP/UDP/ICMP Flooding)</a:t>
            </a:r>
          </a:p>
          <a:p>
            <a:r>
              <a:rPr lang="de-DE" dirty="0">
                <a:solidFill>
                  <a:schemeClr val="bg1"/>
                </a:solidFill>
              </a:rPr>
              <a:t>IP/MAC/URL-Filterung</a:t>
            </a:r>
          </a:p>
          <a:p>
            <a:r>
              <a:rPr lang="de-DE" dirty="0">
                <a:solidFill>
                  <a:schemeClr val="bg1"/>
                </a:solidFill>
              </a:rPr>
              <a:t>VLAN-Unterstützung und Segmentierung</a:t>
            </a:r>
          </a:p>
          <a:p>
            <a:pPr marL="0" indent="0">
              <a:buNone/>
            </a:pPr>
            <a:r>
              <a:rPr lang="de-DE" dirty="0">
                <a:solidFill>
                  <a:schemeClr val="bg1"/>
                </a:solidFill>
              </a:rPr>
              <a:t>		-Einrichtung verschiedener Umgebungen möglich (z.B. Gast-WLAN | Produktion)</a:t>
            </a:r>
          </a:p>
          <a:p>
            <a:r>
              <a:rPr lang="de-DE" dirty="0">
                <a:solidFill>
                  <a:schemeClr val="bg1"/>
                </a:solidFill>
              </a:rPr>
              <a:t>IP-MAC-Binding</a:t>
            </a:r>
          </a:p>
          <a:p>
            <a:pPr marL="0" indent="0">
              <a:buNone/>
            </a:pPr>
            <a:r>
              <a:rPr lang="de-DE" dirty="0">
                <a:solidFill>
                  <a:schemeClr val="bg1"/>
                </a:solidFill>
              </a:rPr>
              <a:t>		-MAC-Adressen feste IPs zuweisen (</a:t>
            </a:r>
            <a:r>
              <a:rPr lang="de-DE" dirty="0" err="1">
                <a:solidFill>
                  <a:schemeClr val="bg1"/>
                </a:solidFill>
              </a:rPr>
              <a:t>schutz</a:t>
            </a:r>
            <a:r>
              <a:rPr lang="de-DE" dirty="0">
                <a:solidFill>
                  <a:schemeClr val="bg1"/>
                </a:solidFill>
              </a:rPr>
              <a:t> vor ARP-Spoofing o.Ä.)</a:t>
            </a:r>
          </a:p>
          <a:p>
            <a:r>
              <a:rPr lang="de-DE" dirty="0" err="1">
                <a:solidFill>
                  <a:schemeClr val="bg1"/>
                </a:solidFill>
              </a:rPr>
              <a:t>Application</a:t>
            </a:r>
            <a:r>
              <a:rPr lang="de-DE" dirty="0">
                <a:solidFill>
                  <a:schemeClr val="bg1"/>
                </a:solidFill>
              </a:rPr>
              <a:t> Layer Gateway </a:t>
            </a:r>
            <a:r>
              <a:rPr lang="de-DE" dirty="0" err="1">
                <a:solidFill>
                  <a:schemeClr val="bg1"/>
                </a:solidFill>
              </a:rPr>
              <a:t>Untersützung</a:t>
            </a:r>
            <a:endParaRPr lang="de-DE" dirty="0">
              <a:solidFill>
                <a:schemeClr val="bg1"/>
              </a:solidFill>
            </a:endParaRPr>
          </a:p>
          <a:p>
            <a:pPr marL="0" indent="0">
              <a:buNone/>
            </a:pPr>
            <a:r>
              <a:rPr lang="de-DE" dirty="0">
                <a:solidFill>
                  <a:schemeClr val="bg1"/>
                </a:solidFill>
              </a:rPr>
              <a:t>		-Für Dienste wie FTP, SIP oder VPN</a:t>
            </a:r>
          </a:p>
          <a:p>
            <a:r>
              <a:rPr lang="de-DE" dirty="0">
                <a:solidFill>
                  <a:schemeClr val="bg1"/>
                </a:solidFill>
              </a:rPr>
              <a:t>NAT + port-</a:t>
            </a:r>
            <a:r>
              <a:rPr lang="de-DE" dirty="0" err="1">
                <a:solidFill>
                  <a:schemeClr val="bg1"/>
                </a:solidFill>
              </a:rPr>
              <a:t>Forwarding</a:t>
            </a:r>
            <a:r>
              <a:rPr lang="de-DE" dirty="0">
                <a:solidFill>
                  <a:schemeClr val="bg1"/>
                </a:solidFill>
              </a:rPr>
              <a:t> / Port-</a:t>
            </a:r>
            <a:r>
              <a:rPr lang="de-DE" dirty="0" err="1">
                <a:solidFill>
                  <a:schemeClr val="bg1"/>
                </a:solidFill>
              </a:rPr>
              <a:t>Triggering</a:t>
            </a:r>
            <a:r>
              <a:rPr lang="de-DE" dirty="0">
                <a:solidFill>
                  <a:schemeClr val="bg1"/>
                </a:solidFill>
              </a:rPr>
              <a:t> / DMZ</a:t>
            </a:r>
          </a:p>
          <a:p>
            <a:pPr marL="0" indent="0">
              <a:buNone/>
            </a:pPr>
            <a:endParaRPr lang="de-DE" dirty="0">
              <a:solidFill>
                <a:schemeClr val="bg1"/>
              </a:solidFill>
            </a:endParaRPr>
          </a:p>
          <a:p>
            <a:pPr marL="0" indent="0">
              <a:buNone/>
            </a:pPr>
            <a:endParaRPr lang="de-DE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370843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9000" b="-9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F183533-5CC9-ED4B-A60F-C3277F254E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A402F58-890F-9D94-807E-E77B0519B8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de-DE" dirty="0" err="1">
                <a:solidFill>
                  <a:schemeClr val="bg2"/>
                </a:solidFill>
              </a:rPr>
              <a:t>Behaviour</a:t>
            </a:r>
            <a:r>
              <a:rPr lang="de-DE" dirty="0">
                <a:solidFill>
                  <a:schemeClr val="bg2"/>
                </a:solidFill>
              </a:rPr>
              <a:t> Control</a:t>
            </a:r>
            <a:endParaRPr lang="en-GB" dirty="0">
              <a:solidFill>
                <a:schemeClr val="bg2"/>
              </a:solidFill>
            </a:endParaRP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ACEAB0B-F6D0-13BC-DD2E-8CD505A868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208" y="1867408"/>
            <a:ext cx="11149584" cy="4654042"/>
          </a:xfrm>
          <a:noFill/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de-DE" dirty="0">
                <a:solidFill>
                  <a:schemeClr val="bg1"/>
                </a:solidFill>
              </a:rPr>
              <a:t>Bandbreitenkontrolle</a:t>
            </a:r>
          </a:p>
          <a:p>
            <a:pPr>
              <a:buFontTx/>
              <a:buChar char="-"/>
            </a:pPr>
            <a:r>
              <a:rPr lang="de-DE" dirty="0">
                <a:solidFill>
                  <a:schemeClr val="bg1"/>
                </a:solidFill>
              </a:rPr>
              <a:t>Je nach User / Gruppe / Service</a:t>
            </a:r>
          </a:p>
          <a:p>
            <a:pPr marL="0" indent="0">
              <a:buNone/>
            </a:pPr>
            <a:r>
              <a:rPr lang="de-DE" dirty="0">
                <a:solidFill>
                  <a:schemeClr val="bg1"/>
                </a:solidFill>
              </a:rPr>
              <a:t>Applikationskontrolle (nach L7)</a:t>
            </a:r>
          </a:p>
          <a:p>
            <a:pPr>
              <a:buFontTx/>
              <a:buChar char="-"/>
            </a:pPr>
            <a:r>
              <a:rPr lang="de-DE" dirty="0">
                <a:solidFill>
                  <a:schemeClr val="bg1"/>
                </a:solidFill>
              </a:rPr>
              <a:t>Block von Anwendungen wie z.B. soziale Medien, Spiele etc.</a:t>
            </a:r>
          </a:p>
          <a:p>
            <a:pPr marL="0" indent="0">
              <a:buNone/>
            </a:pPr>
            <a:r>
              <a:rPr lang="de-DE" dirty="0">
                <a:solidFill>
                  <a:schemeClr val="bg1"/>
                </a:solidFill>
              </a:rPr>
              <a:t>Web Filterung</a:t>
            </a:r>
          </a:p>
          <a:p>
            <a:pPr>
              <a:buFontTx/>
              <a:buChar char="-"/>
            </a:pPr>
            <a:r>
              <a:rPr lang="de-DE" dirty="0">
                <a:solidFill>
                  <a:schemeClr val="bg1"/>
                </a:solidFill>
              </a:rPr>
              <a:t>Blockiert bestimmte Domains oder ganze Kategorien</a:t>
            </a:r>
          </a:p>
          <a:p>
            <a:pPr marL="0" indent="0">
              <a:buNone/>
            </a:pPr>
            <a:r>
              <a:rPr lang="de-DE" dirty="0">
                <a:solidFill>
                  <a:schemeClr val="bg1"/>
                </a:solidFill>
              </a:rPr>
              <a:t>Online Erkennung / Host Status</a:t>
            </a:r>
          </a:p>
          <a:p>
            <a:pPr>
              <a:buFontTx/>
              <a:buChar char="-"/>
            </a:pPr>
            <a:r>
              <a:rPr lang="de-DE" dirty="0">
                <a:solidFill>
                  <a:schemeClr val="bg1"/>
                </a:solidFill>
              </a:rPr>
              <a:t>DHCP </a:t>
            </a:r>
            <a:r>
              <a:rPr lang="de-DE" dirty="0" err="1">
                <a:solidFill>
                  <a:schemeClr val="bg1"/>
                </a:solidFill>
              </a:rPr>
              <a:t>Requests</a:t>
            </a:r>
            <a:r>
              <a:rPr lang="de-DE" dirty="0">
                <a:solidFill>
                  <a:schemeClr val="bg1"/>
                </a:solidFill>
              </a:rPr>
              <a:t> / ungewöhnlich hoher Traffic</a:t>
            </a:r>
          </a:p>
          <a:p>
            <a:pPr marL="0" indent="0">
              <a:buNone/>
            </a:pPr>
            <a:endParaRPr lang="de-DE" dirty="0">
              <a:solidFill>
                <a:schemeClr val="bg1"/>
              </a:solidFill>
            </a:endParaRPr>
          </a:p>
          <a:p>
            <a:pPr marL="0" indent="0">
              <a:buNone/>
            </a:pPr>
            <a:endParaRPr lang="de-DE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3934313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9000" b="-9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5B890F9-B2D1-D5A5-AE98-A682F13594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41E2D0A-9665-2831-D9D5-BEEE2C0EA4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160" y="813308"/>
            <a:ext cx="11155680" cy="3767328"/>
          </a:xfrm>
          <a:noFill/>
        </p:spPr>
        <p:txBody>
          <a:bodyPr/>
          <a:lstStyle/>
          <a:p>
            <a:pPr marL="0" indent="0">
              <a:buNone/>
            </a:pPr>
            <a:endParaRPr lang="de-DE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1365114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9000" b="-9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DC8CA80-E4A3-A3DD-53A2-53A6B5AF45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B354DA0-C81A-F52E-04E4-1BA83EFB1A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endParaRPr lang="en-GB" dirty="0">
              <a:solidFill>
                <a:schemeClr val="bg2"/>
              </a:solidFill>
            </a:endParaRP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779CFBF-58AE-10CE-F7F8-A88189ABD426}"/>
              </a:ext>
            </a:extLst>
          </p:cNvPr>
          <p:cNvSpPr>
            <a:spLocks noGrp="1"/>
          </p:cNvSpPr>
          <p:nvPr>
            <p:ph idx="1"/>
          </p:nvPr>
        </p:nvSpPr>
        <p:spPr>
          <a:noFill/>
        </p:spPr>
        <p:txBody>
          <a:bodyPr/>
          <a:lstStyle/>
          <a:p>
            <a:endParaRPr lang="de-DE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0108966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E90C210-59F1-80EB-10C3-E0719C3D59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FE94395-70BA-25D6-8726-8DDC70AD65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0841885"/>
      </p:ext>
    </p:extLst>
  </p:cSld>
  <p:clrMapOvr>
    <a:masterClrMapping/>
  </p:clrMapOvr>
</p:sld>
</file>

<file path=ppt/theme/theme1.xml><?xml version="1.0" encoding="utf-8"?>
<a:theme xmlns:a="http://schemas.openxmlformats.org/drawingml/2006/main" name="GestaltVTI">
  <a:themeElements>
    <a:clrScheme name="Gestalt">
      <a:dk1>
        <a:srgbClr val="000000"/>
      </a:dk1>
      <a:lt1>
        <a:sysClr val="window" lastClr="FFFFFF"/>
      </a:lt1>
      <a:dk2>
        <a:srgbClr val="262626"/>
      </a:dk2>
      <a:lt2>
        <a:srgbClr val="F7F7F7"/>
      </a:lt2>
      <a:accent1>
        <a:srgbClr val="EBA000"/>
      </a:accent1>
      <a:accent2>
        <a:srgbClr val="00BAC8"/>
      </a:accent2>
      <a:accent3>
        <a:srgbClr val="E64823"/>
      </a:accent3>
      <a:accent4>
        <a:srgbClr val="4D5AFF"/>
      </a:accent4>
      <a:accent5>
        <a:srgbClr val="FE5D21"/>
      </a:accent5>
      <a:accent6>
        <a:srgbClr val="00C777"/>
      </a:accent6>
      <a:hlink>
        <a:srgbClr val="2998E3"/>
      </a:hlink>
      <a:folHlink>
        <a:srgbClr val="939393"/>
      </a:folHlink>
    </a:clrScheme>
    <a:fontScheme name="Gestalt">
      <a:majorFont>
        <a:latin typeface="Bierstadt"/>
        <a:ea typeface=""/>
        <a:cs typeface=""/>
      </a:majorFont>
      <a:minorFont>
        <a:latin typeface="Bierstad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GestaltVTI" id="{4F87C71D-53D1-4B71-BF97-FD0EA4B25665}" vid="{A110AFC4-8D8A-4C02-8885-7BA370B379B5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325</Words>
  <Application>Microsoft Office PowerPoint</Application>
  <PresentationFormat>Breitbild</PresentationFormat>
  <Paragraphs>41</Paragraphs>
  <Slides>9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9</vt:i4>
      </vt:variant>
    </vt:vector>
  </HeadingPairs>
  <TitlesOfParts>
    <vt:vector size="13" baseType="lpstr">
      <vt:lpstr>Arial</vt:lpstr>
      <vt:lpstr>Bierstadt</vt:lpstr>
      <vt:lpstr>Neue Haas Grotesk Text Pro</vt:lpstr>
      <vt:lpstr>GestaltVTI</vt:lpstr>
      <vt:lpstr>Der TP-Link ER706W  und was er für sie tun kann</vt:lpstr>
      <vt:lpstr>Technische Eigenschaften &amp; Leistung</vt:lpstr>
      <vt:lpstr>Netzwerk- und Sicherheitsfunktionen</vt:lpstr>
      <vt:lpstr>Einsatzbereiche </vt:lpstr>
      <vt:lpstr>Firewall / Sicherheitsfunktionen</vt:lpstr>
      <vt:lpstr>Behaviour Control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Eric Bayer</dc:creator>
  <cp:lastModifiedBy>Niklas Quandel</cp:lastModifiedBy>
  <cp:revision>2</cp:revision>
  <dcterms:created xsi:type="dcterms:W3CDTF">2025-12-11T07:11:56Z</dcterms:created>
  <dcterms:modified xsi:type="dcterms:W3CDTF">2025-12-17T11:18:33Z</dcterms:modified>
</cp:coreProperties>
</file>